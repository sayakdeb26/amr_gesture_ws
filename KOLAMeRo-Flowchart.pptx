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67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12192000" cy="6858000"/>
  <p:notesSz cx="6858000" cy="9144000"/>
  <p:custDataLst>
    <p:tags r:id="rId5"/>
  </p:custDataLst>
  <p:defaultTextStyle>
    <a:defPPr>
      <a:defRPr lang="de-DE"/>
    </a:defPPr>
    <a:lvl1pPr marL="0" indent="0" algn="l" defTabSz="914400" rtl="0" eaLnBrk="1" latinLnBrk="0" hangingPunct="1">
      <a:lnSpc>
        <a:spcPct val="100000"/>
      </a:lnSpc>
      <a:spcBef>
        <a:spcPts val="800"/>
      </a:spcBef>
      <a:buFontTx/>
      <a:buNone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800"/>
      </a:spcBef>
      <a:buFontTx/>
      <a:buNone/>
      <a:defRPr sz="1400" b="1" kern="1200">
        <a:solidFill>
          <a:schemeClr val="tx1"/>
        </a:solidFill>
        <a:latin typeface="+mj-lt"/>
        <a:ea typeface="+mn-ea"/>
        <a:cs typeface="+mn-cs"/>
      </a:defRPr>
    </a:lvl2pPr>
    <a:lvl3pPr marL="216000" indent="-216000" algn="l" defTabSz="914400" rtl="0" eaLnBrk="1" latinLnBrk="0" hangingPunct="1">
      <a:lnSpc>
        <a:spcPct val="100000"/>
      </a:lnSpc>
      <a:spcBef>
        <a:spcPts val="800"/>
      </a:spcBef>
      <a:buClr>
        <a:schemeClr val="bg2"/>
      </a:buClr>
      <a:buFont typeface="Wingdings" panose="05000000000000000000" pitchFamily="2" charset="2"/>
      <a:buChar char="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FB5"/>
    <a:srgbClr val="C5DE89"/>
    <a:srgbClr val="97C139"/>
    <a:srgbClr val="BBD700"/>
    <a:srgbClr val="EDF4D7"/>
    <a:srgbClr val="A5A2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574968-8E7B-4BD5-88D0-8983A55FECBE}">
  <a:tblStyle styleId="{FF574968-8E7B-4BD5-88D0-8983A55FECBE}" styleName="FAPS Grün">
    <a:wholeTbl>
      <a:tcTxStyle>
        <a:fontRef idx="minor"/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12700" cmpd="sng">
              <a:solidFill>
                <a:schemeClr val="bg2"/>
              </a:solidFill>
            </a:ln>
          </a:top>
          <a:bottom>
            <a:ln w="12700" cmpd="sng">
              <a:solidFill>
                <a:schemeClr val="bg2"/>
              </a:solidFill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12700" cmpd="sng">
              <a:solidFill>
                <a:schemeClr val="bg2"/>
              </a:solidFill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band2V>
      <a:tcStyle>
        <a:tcBdr/>
      </a:tcStyle>
    </a:band2V>
    <a:lastCol>
      <a:tcTxStyle b="on">
        <a:fontRef idx="minor"/>
        <a:schemeClr val="bg1"/>
      </a:tcTxStyle>
      <a:tcStyle>
        <a:tcBdr>
          <a:left>
            <a:ln w="12700" cmpd="sng">
              <a:solidFill>
                <a:schemeClr val="bg1"/>
              </a:solidFill>
            </a:ln>
          </a:lef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bg2"/>
          </a:solidFill>
        </a:fill>
      </a:tcStyle>
    </a:lastCol>
    <a:firstCol>
      <a:tcTxStyle b="on">
        <a:fontRef idx="minor"/>
        <a:schemeClr val="bg1"/>
      </a:tcTxStyle>
      <a:tcStyle>
        <a:tcBdr>
          <a:right>
            <a:ln w="12700" cmpd="sng">
              <a:solidFill>
                <a:schemeClr val="bg1"/>
              </a:solidFill>
            </a:ln>
          </a:righ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bg2"/>
          </a:solidFill>
        </a:fill>
      </a:tcStyle>
    </a:firstCol>
    <a:lastRow>
      <a:tcTxStyle b="on">
        <a:fontRef idx="minor"/>
        <a:schemeClr val="bg1"/>
      </a:tcTxStyle>
      <a:tcStyle>
        <a:tcBdr>
          <a:top>
            <a:ln w="12700" cmpd="sng">
              <a:solidFill>
                <a:schemeClr val="bg1"/>
              </a:solidFill>
            </a:ln>
          </a:top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bg2"/>
          </a:solidFill>
        </a:fill>
      </a:tcStyle>
    </a:lastRow>
    <a:firstRow>
      <a:tcTxStyle b="on">
        <a:fontRef idx="minor"/>
        <a:schemeClr val="bg1"/>
      </a:tcTxStyle>
      <a:tcStyle>
        <a:tcBdr>
          <a:bottom>
            <a:ln w="12700" cmpd="sng">
              <a:solidFill>
                <a:schemeClr val="bg1"/>
              </a:solidFill>
            </a:ln>
          </a:bottom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bg2"/>
          </a:solidFill>
        </a:fill>
      </a:tcStyle>
    </a:firstRow>
  </a:tblStyle>
  <a:tblStyle styleId="{37BAE8A2-7202-4C22-9C2C-F347EB2FAA6F}" styleName="FAPS Blau">
    <a:wholeTbl>
      <a:tcTxStyle>
        <a:fontRef idx="minor"/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band2V>
      <a:tcStyle>
        <a:tcBdr/>
      </a:tcStyle>
    </a:band2V>
    <a:lastCol>
      <a:tcTxStyle b="on">
        <a:fontRef idx="minor"/>
        <a:schemeClr val="bg1"/>
      </a:tcTxStyle>
      <a:tcStyle>
        <a:tcBdr>
          <a:left>
            <a:ln w="12700" cmpd="sng">
              <a:solidFill>
                <a:schemeClr val="bg1"/>
              </a:solidFill>
            </a:ln>
          </a:lef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4"/>
          </a:solidFill>
        </a:fill>
      </a:tcStyle>
    </a:lastCol>
    <a:firstCol>
      <a:tcTxStyle b="on">
        <a:fontRef idx="minor"/>
        <a:schemeClr val="bg1"/>
      </a:tcTxStyle>
      <a:tcStyle>
        <a:tcBdr>
          <a:right>
            <a:ln w="12700" cmpd="sng">
              <a:solidFill>
                <a:schemeClr val="bg1"/>
              </a:solidFill>
            </a:ln>
          </a:righ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4"/>
          </a:solidFill>
        </a:fill>
      </a:tcStyle>
    </a:firstCol>
    <a:lastRow>
      <a:tcTxStyle b="on">
        <a:fontRef idx="minor"/>
        <a:schemeClr val="bg1"/>
      </a:tcTxStyle>
      <a:tcStyle>
        <a:tcBdr>
          <a:top>
            <a:ln w="12700" cmpd="sng">
              <a:solidFill>
                <a:schemeClr val="bg1"/>
              </a:solidFill>
            </a:ln>
          </a:top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4"/>
          </a:solidFill>
        </a:fill>
      </a:tcStyle>
    </a:lastRow>
    <a:firstRow>
      <a:tcTxStyle b="on">
        <a:fontRef idx="minor"/>
        <a:schemeClr val="bg1"/>
      </a:tcTxStyle>
      <a:tcStyle>
        <a:tcBdr>
          <a:bottom>
            <a:ln w="12700" cmpd="sng">
              <a:solidFill>
                <a:schemeClr val="bg1"/>
              </a:solidFill>
            </a:ln>
          </a:bottom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4"/>
          </a:solidFill>
        </a:fill>
      </a:tcStyle>
    </a:firstRow>
  </a:tblStyle>
  <a:tblStyle styleId="{EBB0CE9F-D716-4860-AF4F-F15B24E0B071}" styleName="FAPS Gelb">
    <a:wholeTbl>
      <a:tcTxStyle>
        <a:fontRef idx="minor"/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band2V>
      <a:tcStyle>
        <a:tcBdr/>
      </a:tcStyle>
    </a:band2V>
    <a:lastCol>
      <a:tcTxStyle b="on">
        <a:fontRef idx="minor"/>
        <a:schemeClr val="bg1"/>
      </a:tcTxStyle>
      <a:tcStyle>
        <a:tcBdr>
          <a:left>
            <a:ln w="12700" cmpd="sng">
              <a:solidFill>
                <a:schemeClr val="bg1"/>
              </a:solidFill>
            </a:ln>
          </a:lef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1"/>
          </a:solidFill>
        </a:fill>
      </a:tcStyle>
    </a:lastCol>
    <a:firstCol>
      <a:tcTxStyle b="on">
        <a:fontRef idx="minor"/>
        <a:schemeClr val="bg1"/>
      </a:tcTxStyle>
      <a:tcStyle>
        <a:tcBdr>
          <a:right>
            <a:ln w="12700" cmpd="sng">
              <a:solidFill>
                <a:schemeClr val="bg1"/>
              </a:solidFill>
            </a:ln>
          </a:righ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1"/>
          </a:solidFill>
        </a:fill>
      </a:tcStyle>
    </a:firstCol>
    <a:lastRow>
      <a:tcTxStyle b="on">
        <a:fontRef idx="minor"/>
        <a:schemeClr val="bg1"/>
      </a:tcTxStyle>
      <a:tcStyle>
        <a:tcBdr>
          <a:top>
            <a:ln w="12700" cmpd="sng">
              <a:solidFill>
                <a:schemeClr val="bg1"/>
              </a:solidFill>
            </a:ln>
          </a:top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inor"/>
        <a:schemeClr val="bg1"/>
      </a:tcTxStyle>
      <a:tcStyle>
        <a:tcBdr>
          <a:bottom>
            <a:ln w="12700" cmpd="sng">
              <a:solidFill>
                <a:schemeClr val="bg1"/>
              </a:solidFill>
            </a:ln>
          </a:bottom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26AB2577-4540-4206-9094-D35CD18BC8E0}" styleName="FAPS Orange">
    <a:wholeTbl>
      <a:tcTxStyle>
        <a:fontRef idx="minor"/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band2V>
      <a:tcStyle>
        <a:tcBdr/>
      </a:tcStyle>
    </a:band2V>
    <a:lastCol>
      <a:tcTxStyle b="on">
        <a:fontRef idx="minor"/>
        <a:schemeClr val="bg1"/>
      </a:tcTxStyle>
      <a:tcStyle>
        <a:tcBdr>
          <a:left>
            <a:ln w="12700" cmpd="sng">
              <a:solidFill>
                <a:schemeClr val="bg1"/>
              </a:solidFill>
            </a:ln>
          </a:lef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2"/>
          </a:solidFill>
        </a:fill>
      </a:tcStyle>
    </a:lastCol>
    <a:firstCol>
      <a:tcTxStyle b="on">
        <a:fontRef idx="minor"/>
        <a:schemeClr val="bg1"/>
      </a:tcTxStyle>
      <a:tcStyle>
        <a:tcBdr>
          <a:right>
            <a:ln w="12700" cmpd="sng">
              <a:solidFill>
                <a:schemeClr val="bg1"/>
              </a:solidFill>
            </a:ln>
          </a:righ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2"/>
          </a:solidFill>
        </a:fill>
      </a:tcStyle>
    </a:firstCol>
    <a:lastRow>
      <a:tcTxStyle b="on">
        <a:fontRef idx="minor"/>
        <a:schemeClr val="bg1"/>
      </a:tcTxStyle>
      <a:tcStyle>
        <a:tcBdr>
          <a:top>
            <a:ln w="12700" cmpd="sng">
              <a:solidFill>
                <a:schemeClr val="bg1"/>
              </a:solidFill>
            </a:ln>
          </a:top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2"/>
          </a:solidFill>
        </a:fill>
      </a:tcStyle>
    </a:lastRow>
    <a:firstRow>
      <a:tcTxStyle b="on">
        <a:fontRef idx="minor"/>
        <a:schemeClr val="bg1"/>
      </a:tcTxStyle>
      <a:tcStyle>
        <a:tcBdr>
          <a:bottom>
            <a:ln w="12700" cmpd="sng">
              <a:solidFill>
                <a:schemeClr val="bg1"/>
              </a:solidFill>
            </a:ln>
          </a:bottom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2"/>
          </a:solidFill>
        </a:fill>
      </a:tcStyle>
    </a:firstRow>
  </a:tblStyle>
  <a:tblStyle styleId="{722F7E24-ECD2-48BB-A2A0-780832591A68}" styleName="FAPS Red">
    <a:wholeTbl>
      <a:tcTxStyle>
        <a:fontRef idx="minor"/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12700" cmpd="sng">
              <a:solidFill>
                <a:srgbClr val="990033"/>
              </a:solidFill>
            </a:ln>
          </a:top>
          <a:bottom>
            <a:ln w="12700" cmpd="sng">
              <a:solidFill>
                <a:srgbClr val="990033"/>
              </a:solidFill>
            </a:ln>
          </a:bottom>
          <a:insideH>
            <a:ln w="12700" cmpd="sng">
              <a:solidFill>
                <a:srgbClr val="990033"/>
              </a:solidFill>
            </a:ln>
          </a:insideH>
          <a:insideV>
            <a:ln w="12700" cmpd="sng">
              <a:solidFill>
                <a:srgbClr val="990033"/>
              </a:solidFill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band2V>
      <a:tcStyle>
        <a:tcBdr/>
      </a:tcStyle>
    </a:band2V>
    <a:lastCol>
      <a:tcTxStyle b="on">
        <a:fontRef idx="minor"/>
        <a:schemeClr val="bg1"/>
      </a:tcTxStyle>
      <a:tcStyle>
        <a:tcBdr>
          <a:left>
            <a:ln w="12700" cmpd="sng">
              <a:solidFill>
                <a:schemeClr val="bg1"/>
              </a:solidFill>
            </a:ln>
          </a:lef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rgbClr val="990033"/>
          </a:solidFill>
        </a:fill>
      </a:tcStyle>
    </a:lastCol>
    <a:firstCol>
      <a:tcTxStyle b="on">
        <a:fontRef idx="minor"/>
        <a:schemeClr val="bg1"/>
      </a:tcTxStyle>
      <a:tcStyle>
        <a:tcBdr>
          <a:right>
            <a:ln w="12700" cmpd="sng">
              <a:solidFill>
                <a:schemeClr val="bg1"/>
              </a:solidFill>
            </a:ln>
          </a:righ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rgbClr val="990033"/>
          </a:solidFill>
        </a:fill>
      </a:tcStyle>
    </a:firstCol>
    <a:lastRow>
      <a:tcTxStyle b="on">
        <a:fontRef idx="minor"/>
        <a:schemeClr val="bg1"/>
      </a:tcTxStyle>
      <a:tcStyle>
        <a:tcBdr>
          <a:top>
            <a:ln w="12700" cmpd="sng">
              <a:solidFill>
                <a:schemeClr val="bg1"/>
              </a:solidFill>
            </a:ln>
          </a:top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rgbClr val="990033"/>
          </a:solidFill>
        </a:fill>
      </a:tcStyle>
    </a:lastRow>
    <a:firstRow>
      <a:tcTxStyle b="on">
        <a:fontRef idx="minor"/>
        <a:schemeClr val="bg1"/>
      </a:tcTxStyle>
      <a:tcStyle>
        <a:tcBdr>
          <a:bottom>
            <a:ln w="12700" cmpd="sng">
              <a:solidFill>
                <a:schemeClr val="bg1"/>
              </a:solidFill>
            </a:ln>
          </a:bottom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rgbClr val="99003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837" autoAdjust="0"/>
  </p:normalViewPr>
  <p:slideViewPr>
    <p:cSldViewPr showGuides="1">
      <p:cViewPr varScale="1">
        <p:scale>
          <a:sx n="147" d="100"/>
          <a:sy n="147" d="100"/>
        </p:scale>
        <p:origin x="126" y="2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97" d="100"/>
          <a:sy n="97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67376-0B33-4217-AE56-56D9643C06F1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4EA86-25C6-4F86-9E26-3EA69B71F1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59FC5-228A-47D0-AD07-EE122BAE1BE9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1C4DF-6CA6-480F-9C53-A2D3867D0D7B}" type="slidenum">
              <a:rPr lang="de-DE" smtClean="0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ehrstuhl">
            <a:extLst>
              <a:ext uri="{FF2B5EF4-FFF2-40B4-BE49-F238E27FC236}">
                <a16:creationId xmlns:a16="http://schemas.microsoft.com/office/drawing/2014/main" id="{865F1AB1-09E4-48E8-BD15-25AFDFED9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4292600"/>
            <a:ext cx="2575385" cy="969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Prof. Dr.-Ing. Jörg Franke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Lehrstuhl für Fertigungsautomatisierung</a:t>
            </a:r>
            <a:b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 Produktionssystematik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Friedrich-Alexander-Universität Erlangen-Nürnberg</a:t>
            </a:r>
          </a:p>
        </p:txBody>
      </p:sp>
      <p:sp>
        <p:nvSpPr>
          <p:cNvPr id="9" name="Title Picture">
            <a:extLst>
              <a:ext uri="{FF2B5EF4-FFF2-40B4-BE49-F238E27FC236}">
                <a16:creationId xmlns:a16="http://schemas.microsoft.com/office/drawing/2014/main" id="{9D576FE6-05EC-4610-8B37-59904779AE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076700"/>
          </a:xfrm>
          <a:custGeom>
            <a:avLst/>
            <a:gdLst>
              <a:gd name="connsiteX0" fmla="*/ 0 w 12192000"/>
              <a:gd name="connsiteY0" fmla="*/ 0 h 4076700"/>
              <a:gd name="connsiteX1" fmla="*/ 12192000 w 12192000"/>
              <a:gd name="connsiteY1" fmla="*/ 0 h 4076700"/>
              <a:gd name="connsiteX2" fmla="*/ 12192000 w 12192000"/>
              <a:gd name="connsiteY2" fmla="*/ 4076700 h 4076700"/>
              <a:gd name="connsiteX3" fmla="*/ 3071416 w 12192000"/>
              <a:gd name="connsiteY3" fmla="*/ 4076700 h 4076700"/>
              <a:gd name="connsiteX4" fmla="*/ 3071416 w 12192000"/>
              <a:gd name="connsiteY4" fmla="*/ 1844700 h 4076700"/>
              <a:gd name="connsiteX5" fmla="*/ 839416 w 12192000"/>
              <a:gd name="connsiteY5" fmla="*/ 1844700 h 4076700"/>
              <a:gd name="connsiteX6" fmla="*/ 839416 w 12192000"/>
              <a:gd name="connsiteY6" fmla="*/ 4076700 h 4076700"/>
              <a:gd name="connsiteX7" fmla="*/ 0 w 12192000"/>
              <a:gd name="connsiteY7" fmla="*/ 4076700 h 407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6700">
                <a:moveTo>
                  <a:pt x="0" y="0"/>
                </a:moveTo>
                <a:lnTo>
                  <a:pt x="12192000" y="0"/>
                </a:lnTo>
                <a:lnTo>
                  <a:pt x="12192000" y="4076700"/>
                </a:lnTo>
                <a:lnTo>
                  <a:pt x="3071416" y="4076700"/>
                </a:lnTo>
                <a:lnTo>
                  <a:pt x="3071416" y="1844700"/>
                </a:lnTo>
                <a:lnTo>
                  <a:pt x="839416" y="1844700"/>
                </a:lnTo>
                <a:lnTo>
                  <a:pt x="839416" y="4076700"/>
                </a:lnTo>
                <a:lnTo>
                  <a:pt x="0" y="4076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6D99F1-B28E-47D9-8E8E-E14C6DF5F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4213" y="4292600"/>
            <a:ext cx="6407999" cy="780983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400"/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3" name="Untertitel 1">
            <a:extLst>
              <a:ext uri="{FF2B5EF4-FFF2-40B4-BE49-F238E27FC236}">
                <a16:creationId xmlns:a16="http://schemas.microsoft.com/office/drawing/2014/main" id="{FAC6BD1B-9849-451E-8BB2-53904153AB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3475" y="5408613"/>
            <a:ext cx="6408738" cy="830997"/>
          </a:xfrm>
        </p:spPr>
        <p:txBody>
          <a:bodyPr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Präsentation: Präsentationsanlass, Kunde, Kooperationspartner, Vorlesung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076367C-AB7D-479E-A208-D2465761542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39788" y="1841252"/>
            <a:ext cx="2235447" cy="2235448"/>
            <a:chOff x="5757863" y="1597024"/>
            <a:chExt cx="1971675" cy="1971675"/>
          </a:xfrm>
        </p:grpSpPr>
        <p:sp>
          <p:nvSpPr>
            <p:cNvPr id="13" name="AutoShape 61">
              <a:extLst>
                <a:ext uri="{FF2B5EF4-FFF2-40B4-BE49-F238E27FC236}">
                  <a16:creationId xmlns:a16="http://schemas.microsoft.com/office/drawing/2014/main" id="{021B169B-3729-4188-95EC-DF427B093B3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757863" y="1597024"/>
              <a:ext cx="1971675" cy="1971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63">
              <a:extLst>
                <a:ext uri="{FF2B5EF4-FFF2-40B4-BE49-F238E27FC236}">
                  <a16:creationId xmlns:a16="http://schemas.microsoft.com/office/drawing/2014/main" id="{DD3B038C-AB66-4A83-B4D7-6C3B1E091C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57863" y="1597024"/>
              <a:ext cx="1971675" cy="1971675"/>
            </a:xfrm>
            <a:prstGeom prst="rect">
              <a:avLst/>
            </a:prstGeom>
            <a:solidFill>
              <a:srgbClr val="97C13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64">
              <a:extLst>
                <a:ext uri="{FF2B5EF4-FFF2-40B4-BE49-F238E27FC236}">
                  <a16:creationId xmlns:a16="http://schemas.microsoft.com/office/drawing/2014/main" id="{A3EC7AD9-EFD9-4A37-9183-4C02724C53E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865813" y="1795463"/>
              <a:ext cx="1785938" cy="576263"/>
            </a:xfrm>
            <a:custGeom>
              <a:avLst/>
              <a:gdLst>
                <a:gd name="T0" fmla="*/ 880 w 4944"/>
                <a:gd name="T1" fmla="*/ 41 h 1592"/>
                <a:gd name="T2" fmla="*/ 0 w 4944"/>
                <a:gd name="T3" fmla="*/ 1553 h 1592"/>
                <a:gd name="T4" fmla="*/ 396 w 4944"/>
                <a:gd name="T5" fmla="*/ 960 h 1592"/>
                <a:gd name="T6" fmla="*/ 832 w 4944"/>
                <a:gd name="T7" fmla="*/ 628 h 1592"/>
                <a:gd name="T8" fmla="*/ 396 w 4944"/>
                <a:gd name="T9" fmla="*/ 376 h 1592"/>
                <a:gd name="T10" fmla="*/ 1923 w 4944"/>
                <a:gd name="T11" fmla="*/ 1290 h 1592"/>
                <a:gd name="T12" fmla="*/ 2448 w 4944"/>
                <a:gd name="T13" fmla="*/ 1553 h 1592"/>
                <a:gd name="T14" fmla="*/ 1437 w 4944"/>
                <a:gd name="T15" fmla="*/ 41 h 1592"/>
                <a:gd name="T16" fmla="*/ 1272 w 4944"/>
                <a:gd name="T17" fmla="*/ 1553 h 1592"/>
                <a:gd name="T18" fmla="*/ 1923 w 4944"/>
                <a:gd name="T19" fmla="*/ 1290 h 1592"/>
                <a:gd name="T20" fmla="*/ 1488 w 4944"/>
                <a:gd name="T21" fmla="*/ 990 h 1592"/>
                <a:gd name="T22" fmla="*/ 1655 w 4944"/>
                <a:gd name="T23" fmla="*/ 509 h 1592"/>
                <a:gd name="T24" fmla="*/ 2572 w 4944"/>
                <a:gd name="T25" fmla="*/ 1553 h 1592"/>
                <a:gd name="T26" fmla="*/ 2968 w 4944"/>
                <a:gd name="T27" fmla="*/ 1052 h 1592"/>
                <a:gd name="T28" fmla="*/ 3489 w 4944"/>
                <a:gd name="T29" fmla="*/ 999 h 1592"/>
                <a:gd name="T30" fmla="*/ 3734 w 4944"/>
                <a:gd name="T31" fmla="*/ 538 h 1592"/>
                <a:gd name="T32" fmla="*/ 3580 w 4944"/>
                <a:gd name="T33" fmla="*/ 163 h 1592"/>
                <a:gd name="T34" fmla="*/ 3179 w 4944"/>
                <a:gd name="T35" fmla="*/ 41 h 1592"/>
                <a:gd name="T36" fmla="*/ 2572 w 4944"/>
                <a:gd name="T37" fmla="*/ 1553 h 1592"/>
                <a:gd name="T38" fmla="*/ 3035 w 4944"/>
                <a:gd name="T39" fmla="*/ 357 h 1592"/>
                <a:gd name="T40" fmla="*/ 3237 w 4944"/>
                <a:gd name="T41" fmla="*/ 382 h 1592"/>
                <a:gd name="T42" fmla="*/ 3324 w 4944"/>
                <a:gd name="T43" fmla="*/ 552 h 1592"/>
                <a:gd name="T44" fmla="*/ 3232 w 4944"/>
                <a:gd name="T45" fmla="*/ 713 h 1592"/>
                <a:gd name="T46" fmla="*/ 3035 w 4944"/>
                <a:gd name="T47" fmla="*/ 736 h 1592"/>
                <a:gd name="T48" fmla="*/ 2968 w 4944"/>
                <a:gd name="T49" fmla="*/ 357 h 1592"/>
                <a:gd name="T50" fmla="*/ 4733 w 4944"/>
                <a:gd name="T51" fmla="*/ 60 h 1592"/>
                <a:gd name="T52" fmla="*/ 4403 w 4944"/>
                <a:gd name="T53" fmla="*/ 0 h 1592"/>
                <a:gd name="T54" fmla="*/ 4025 w 4944"/>
                <a:gd name="T55" fmla="*/ 140 h 1592"/>
                <a:gd name="T56" fmla="*/ 3878 w 4944"/>
                <a:gd name="T57" fmla="*/ 509 h 1592"/>
                <a:gd name="T58" fmla="*/ 3952 w 4944"/>
                <a:gd name="T59" fmla="*/ 766 h 1592"/>
                <a:gd name="T60" fmla="*/ 4151 w 4944"/>
                <a:gd name="T61" fmla="*/ 894 h 1592"/>
                <a:gd name="T62" fmla="*/ 4346 w 4944"/>
                <a:gd name="T63" fmla="*/ 953 h 1592"/>
                <a:gd name="T64" fmla="*/ 4472 w 4944"/>
                <a:gd name="T65" fmla="*/ 1008 h 1592"/>
                <a:gd name="T66" fmla="*/ 4531 w 4944"/>
                <a:gd name="T67" fmla="*/ 1109 h 1592"/>
                <a:gd name="T68" fmla="*/ 4472 w 4944"/>
                <a:gd name="T69" fmla="*/ 1224 h 1592"/>
                <a:gd name="T70" fmla="*/ 4339 w 4944"/>
                <a:gd name="T71" fmla="*/ 1260 h 1592"/>
                <a:gd name="T72" fmla="*/ 4092 w 4944"/>
                <a:gd name="T73" fmla="*/ 1185 h 1592"/>
                <a:gd name="T74" fmla="*/ 3814 w 4944"/>
                <a:gd name="T75" fmla="*/ 1420 h 1592"/>
                <a:gd name="T76" fmla="*/ 4163 w 4944"/>
                <a:gd name="T77" fmla="*/ 1572 h 1592"/>
                <a:gd name="T78" fmla="*/ 4506 w 4944"/>
                <a:gd name="T79" fmla="*/ 1579 h 1592"/>
                <a:gd name="T80" fmla="*/ 4786 w 4944"/>
                <a:gd name="T81" fmla="*/ 1450 h 1592"/>
                <a:gd name="T82" fmla="*/ 4931 w 4944"/>
                <a:gd name="T83" fmla="*/ 1194 h 1592"/>
                <a:gd name="T84" fmla="*/ 4917 w 4944"/>
                <a:gd name="T85" fmla="*/ 885 h 1592"/>
                <a:gd name="T86" fmla="*/ 4717 w 4944"/>
                <a:gd name="T87" fmla="*/ 688 h 1592"/>
                <a:gd name="T88" fmla="*/ 4467 w 4944"/>
                <a:gd name="T89" fmla="*/ 600 h 1592"/>
                <a:gd name="T90" fmla="*/ 4353 w 4944"/>
                <a:gd name="T91" fmla="*/ 555 h 1592"/>
                <a:gd name="T92" fmla="*/ 4291 w 4944"/>
                <a:gd name="T93" fmla="*/ 456 h 1592"/>
                <a:gd name="T94" fmla="*/ 4346 w 4944"/>
                <a:gd name="T95" fmla="*/ 362 h 1592"/>
                <a:gd name="T96" fmla="*/ 4460 w 4944"/>
                <a:gd name="T97" fmla="*/ 330 h 1592"/>
                <a:gd name="T98" fmla="*/ 4724 w 4944"/>
                <a:gd name="T99" fmla="*/ 431 h 1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944" h="1592">
                  <a:moveTo>
                    <a:pt x="880" y="376"/>
                  </a:moveTo>
                  <a:lnTo>
                    <a:pt x="880" y="41"/>
                  </a:lnTo>
                  <a:lnTo>
                    <a:pt x="0" y="41"/>
                  </a:lnTo>
                  <a:lnTo>
                    <a:pt x="0" y="1553"/>
                  </a:lnTo>
                  <a:lnTo>
                    <a:pt x="396" y="1553"/>
                  </a:lnTo>
                  <a:lnTo>
                    <a:pt x="396" y="960"/>
                  </a:lnTo>
                  <a:lnTo>
                    <a:pt x="832" y="960"/>
                  </a:lnTo>
                  <a:lnTo>
                    <a:pt x="832" y="628"/>
                  </a:lnTo>
                  <a:lnTo>
                    <a:pt x="396" y="628"/>
                  </a:lnTo>
                  <a:lnTo>
                    <a:pt x="396" y="376"/>
                  </a:lnTo>
                  <a:lnTo>
                    <a:pt x="880" y="376"/>
                  </a:lnTo>
                  <a:close/>
                  <a:moveTo>
                    <a:pt x="1923" y="1290"/>
                  </a:moveTo>
                  <a:lnTo>
                    <a:pt x="2026" y="1553"/>
                  </a:lnTo>
                  <a:lnTo>
                    <a:pt x="2448" y="1553"/>
                  </a:lnTo>
                  <a:lnTo>
                    <a:pt x="1873" y="41"/>
                  </a:lnTo>
                  <a:lnTo>
                    <a:pt x="1437" y="41"/>
                  </a:lnTo>
                  <a:lnTo>
                    <a:pt x="851" y="1553"/>
                  </a:lnTo>
                  <a:lnTo>
                    <a:pt x="1272" y="1553"/>
                  </a:lnTo>
                  <a:lnTo>
                    <a:pt x="1378" y="1290"/>
                  </a:lnTo>
                  <a:lnTo>
                    <a:pt x="1923" y="1290"/>
                  </a:lnTo>
                  <a:close/>
                  <a:moveTo>
                    <a:pt x="1818" y="990"/>
                  </a:moveTo>
                  <a:lnTo>
                    <a:pt x="1488" y="990"/>
                  </a:lnTo>
                  <a:lnTo>
                    <a:pt x="1653" y="509"/>
                  </a:lnTo>
                  <a:lnTo>
                    <a:pt x="1655" y="509"/>
                  </a:lnTo>
                  <a:lnTo>
                    <a:pt x="1818" y="990"/>
                  </a:lnTo>
                  <a:close/>
                  <a:moveTo>
                    <a:pt x="2572" y="1553"/>
                  </a:moveTo>
                  <a:lnTo>
                    <a:pt x="2968" y="1553"/>
                  </a:lnTo>
                  <a:lnTo>
                    <a:pt x="2968" y="1052"/>
                  </a:lnTo>
                  <a:lnTo>
                    <a:pt x="3193" y="1052"/>
                  </a:lnTo>
                  <a:cubicBezTo>
                    <a:pt x="3310" y="1054"/>
                    <a:pt x="3409" y="1034"/>
                    <a:pt x="3489" y="999"/>
                  </a:cubicBezTo>
                  <a:cubicBezTo>
                    <a:pt x="3569" y="963"/>
                    <a:pt x="3631" y="908"/>
                    <a:pt x="3672" y="832"/>
                  </a:cubicBezTo>
                  <a:cubicBezTo>
                    <a:pt x="3713" y="754"/>
                    <a:pt x="3734" y="658"/>
                    <a:pt x="3734" y="538"/>
                  </a:cubicBezTo>
                  <a:cubicBezTo>
                    <a:pt x="3734" y="451"/>
                    <a:pt x="3722" y="376"/>
                    <a:pt x="3695" y="314"/>
                  </a:cubicBezTo>
                  <a:cubicBezTo>
                    <a:pt x="3670" y="254"/>
                    <a:pt x="3628" y="199"/>
                    <a:pt x="3580" y="163"/>
                  </a:cubicBezTo>
                  <a:cubicBezTo>
                    <a:pt x="3532" y="119"/>
                    <a:pt x="3473" y="92"/>
                    <a:pt x="3404" y="71"/>
                  </a:cubicBezTo>
                  <a:cubicBezTo>
                    <a:pt x="3338" y="50"/>
                    <a:pt x="3262" y="41"/>
                    <a:pt x="3179" y="41"/>
                  </a:cubicBezTo>
                  <a:lnTo>
                    <a:pt x="2572" y="41"/>
                  </a:lnTo>
                  <a:lnTo>
                    <a:pt x="2572" y="1553"/>
                  </a:lnTo>
                  <a:close/>
                  <a:moveTo>
                    <a:pt x="2968" y="357"/>
                  </a:moveTo>
                  <a:lnTo>
                    <a:pt x="3035" y="357"/>
                  </a:lnTo>
                  <a:cubicBezTo>
                    <a:pt x="3074" y="357"/>
                    <a:pt x="3111" y="360"/>
                    <a:pt x="3145" y="362"/>
                  </a:cubicBezTo>
                  <a:cubicBezTo>
                    <a:pt x="3179" y="364"/>
                    <a:pt x="3212" y="373"/>
                    <a:pt x="3237" y="382"/>
                  </a:cubicBezTo>
                  <a:cubicBezTo>
                    <a:pt x="3262" y="394"/>
                    <a:pt x="3283" y="412"/>
                    <a:pt x="3299" y="442"/>
                  </a:cubicBezTo>
                  <a:cubicBezTo>
                    <a:pt x="3315" y="467"/>
                    <a:pt x="3319" y="504"/>
                    <a:pt x="3324" y="552"/>
                  </a:cubicBezTo>
                  <a:cubicBezTo>
                    <a:pt x="3319" y="598"/>
                    <a:pt x="3315" y="632"/>
                    <a:pt x="3296" y="658"/>
                  </a:cubicBezTo>
                  <a:cubicBezTo>
                    <a:pt x="3280" y="683"/>
                    <a:pt x="3260" y="701"/>
                    <a:pt x="3232" y="713"/>
                  </a:cubicBezTo>
                  <a:cubicBezTo>
                    <a:pt x="3205" y="724"/>
                    <a:pt x="3175" y="729"/>
                    <a:pt x="3140" y="733"/>
                  </a:cubicBezTo>
                  <a:cubicBezTo>
                    <a:pt x="3106" y="736"/>
                    <a:pt x="3072" y="736"/>
                    <a:pt x="3035" y="736"/>
                  </a:cubicBezTo>
                  <a:lnTo>
                    <a:pt x="2968" y="736"/>
                  </a:lnTo>
                  <a:lnTo>
                    <a:pt x="2968" y="357"/>
                  </a:lnTo>
                  <a:close/>
                  <a:moveTo>
                    <a:pt x="4880" y="126"/>
                  </a:moveTo>
                  <a:cubicBezTo>
                    <a:pt x="4837" y="101"/>
                    <a:pt x="4786" y="78"/>
                    <a:pt x="4733" y="60"/>
                  </a:cubicBezTo>
                  <a:cubicBezTo>
                    <a:pt x="4678" y="41"/>
                    <a:pt x="4623" y="25"/>
                    <a:pt x="4566" y="16"/>
                  </a:cubicBezTo>
                  <a:cubicBezTo>
                    <a:pt x="4508" y="7"/>
                    <a:pt x="4456" y="0"/>
                    <a:pt x="4403" y="0"/>
                  </a:cubicBezTo>
                  <a:cubicBezTo>
                    <a:pt x="4325" y="0"/>
                    <a:pt x="4257" y="14"/>
                    <a:pt x="4193" y="39"/>
                  </a:cubicBezTo>
                  <a:cubicBezTo>
                    <a:pt x="4128" y="62"/>
                    <a:pt x="4071" y="94"/>
                    <a:pt x="4025" y="140"/>
                  </a:cubicBezTo>
                  <a:cubicBezTo>
                    <a:pt x="3979" y="185"/>
                    <a:pt x="3943" y="238"/>
                    <a:pt x="3917" y="300"/>
                  </a:cubicBezTo>
                  <a:cubicBezTo>
                    <a:pt x="3890" y="362"/>
                    <a:pt x="3878" y="433"/>
                    <a:pt x="3878" y="509"/>
                  </a:cubicBezTo>
                  <a:cubicBezTo>
                    <a:pt x="3878" y="566"/>
                    <a:pt x="3883" y="619"/>
                    <a:pt x="3897" y="658"/>
                  </a:cubicBezTo>
                  <a:cubicBezTo>
                    <a:pt x="3908" y="701"/>
                    <a:pt x="3927" y="736"/>
                    <a:pt x="3952" y="766"/>
                  </a:cubicBezTo>
                  <a:cubicBezTo>
                    <a:pt x="3975" y="795"/>
                    <a:pt x="4002" y="821"/>
                    <a:pt x="4037" y="841"/>
                  </a:cubicBezTo>
                  <a:cubicBezTo>
                    <a:pt x="4069" y="860"/>
                    <a:pt x="4108" y="878"/>
                    <a:pt x="4151" y="894"/>
                  </a:cubicBezTo>
                  <a:cubicBezTo>
                    <a:pt x="4195" y="908"/>
                    <a:pt x="4241" y="921"/>
                    <a:pt x="4291" y="937"/>
                  </a:cubicBezTo>
                  <a:cubicBezTo>
                    <a:pt x="4307" y="940"/>
                    <a:pt x="4325" y="947"/>
                    <a:pt x="4346" y="953"/>
                  </a:cubicBezTo>
                  <a:cubicBezTo>
                    <a:pt x="4369" y="960"/>
                    <a:pt x="4392" y="965"/>
                    <a:pt x="4412" y="974"/>
                  </a:cubicBezTo>
                  <a:cubicBezTo>
                    <a:pt x="4435" y="983"/>
                    <a:pt x="4454" y="995"/>
                    <a:pt x="4472" y="1008"/>
                  </a:cubicBezTo>
                  <a:cubicBezTo>
                    <a:pt x="4488" y="1020"/>
                    <a:pt x="4502" y="1034"/>
                    <a:pt x="4513" y="1052"/>
                  </a:cubicBezTo>
                  <a:cubicBezTo>
                    <a:pt x="4525" y="1066"/>
                    <a:pt x="4531" y="1086"/>
                    <a:pt x="4531" y="1109"/>
                  </a:cubicBezTo>
                  <a:cubicBezTo>
                    <a:pt x="4531" y="1134"/>
                    <a:pt x="4525" y="1157"/>
                    <a:pt x="4513" y="1178"/>
                  </a:cubicBezTo>
                  <a:cubicBezTo>
                    <a:pt x="4502" y="1196"/>
                    <a:pt x="4488" y="1212"/>
                    <a:pt x="4472" y="1224"/>
                  </a:cubicBezTo>
                  <a:cubicBezTo>
                    <a:pt x="4451" y="1237"/>
                    <a:pt x="4431" y="1244"/>
                    <a:pt x="4408" y="1251"/>
                  </a:cubicBezTo>
                  <a:cubicBezTo>
                    <a:pt x="4385" y="1258"/>
                    <a:pt x="4362" y="1260"/>
                    <a:pt x="4339" y="1260"/>
                  </a:cubicBezTo>
                  <a:cubicBezTo>
                    <a:pt x="4293" y="1260"/>
                    <a:pt x="4250" y="1253"/>
                    <a:pt x="4211" y="1240"/>
                  </a:cubicBezTo>
                  <a:cubicBezTo>
                    <a:pt x="4167" y="1224"/>
                    <a:pt x="4128" y="1208"/>
                    <a:pt x="4092" y="1185"/>
                  </a:cubicBezTo>
                  <a:cubicBezTo>
                    <a:pt x="4055" y="1159"/>
                    <a:pt x="4021" y="1132"/>
                    <a:pt x="3984" y="1105"/>
                  </a:cubicBezTo>
                  <a:lnTo>
                    <a:pt x="3814" y="1420"/>
                  </a:lnTo>
                  <a:cubicBezTo>
                    <a:pt x="3869" y="1457"/>
                    <a:pt x="3922" y="1489"/>
                    <a:pt x="3982" y="1514"/>
                  </a:cubicBezTo>
                  <a:cubicBezTo>
                    <a:pt x="4039" y="1540"/>
                    <a:pt x="4099" y="1560"/>
                    <a:pt x="4163" y="1572"/>
                  </a:cubicBezTo>
                  <a:cubicBezTo>
                    <a:pt x="4225" y="1588"/>
                    <a:pt x="4291" y="1592"/>
                    <a:pt x="4353" y="1592"/>
                  </a:cubicBezTo>
                  <a:cubicBezTo>
                    <a:pt x="4403" y="1592"/>
                    <a:pt x="4456" y="1590"/>
                    <a:pt x="4506" y="1579"/>
                  </a:cubicBezTo>
                  <a:cubicBezTo>
                    <a:pt x="4559" y="1570"/>
                    <a:pt x="4609" y="1553"/>
                    <a:pt x="4655" y="1531"/>
                  </a:cubicBezTo>
                  <a:cubicBezTo>
                    <a:pt x="4704" y="1512"/>
                    <a:pt x="4747" y="1485"/>
                    <a:pt x="4786" y="1450"/>
                  </a:cubicBezTo>
                  <a:cubicBezTo>
                    <a:pt x="4827" y="1416"/>
                    <a:pt x="4860" y="1379"/>
                    <a:pt x="4880" y="1333"/>
                  </a:cubicBezTo>
                  <a:cubicBezTo>
                    <a:pt x="4905" y="1290"/>
                    <a:pt x="4922" y="1244"/>
                    <a:pt x="4931" y="1194"/>
                  </a:cubicBezTo>
                  <a:cubicBezTo>
                    <a:pt x="4942" y="1146"/>
                    <a:pt x="4944" y="1095"/>
                    <a:pt x="4944" y="1045"/>
                  </a:cubicBezTo>
                  <a:cubicBezTo>
                    <a:pt x="4944" y="983"/>
                    <a:pt x="4935" y="931"/>
                    <a:pt x="4917" y="885"/>
                  </a:cubicBezTo>
                  <a:cubicBezTo>
                    <a:pt x="4896" y="841"/>
                    <a:pt x="4871" y="802"/>
                    <a:pt x="4837" y="770"/>
                  </a:cubicBezTo>
                  <a:cubicBezTo>
                    <a:pt x="4802" y="738"/>
                    <a:pt x="4763" y="710"/>
                    <a:pt x="4717" y="688"/>
                  </a:cubicBezTo>
                  <a:cubicBezTo>
                    <a:pt x="4671" y="665"/>
                    <a:pt x="4623" y="646"/>
                    <a:pt x="4568" y="632"/>
                  </a:cubicBezTo>
                  <a:lnTo>
                    <a:pt x="4467" y="600"/>
                  </a:lnTo>
                  <a:cubicBezTo>
                    <a:pt x="4449" y="598"/>
                    <a:pt x="4428" y="589"/>
                    <a:pt x="4410" y="582"/>
                  </a:cubicBezTo>
                  <a:cubicBezTo>
                    <a:pt x="4389" y="573"/>
                    <a:pt x="4369" y="564"/>
                    <a:pt x="4353" y="555"/>
                  </a:cubicBezTo>
                  <a:cubicBezTo>
                    <a:pt x="4334" y="543"/>
                    <a:pt x="4321" y="529"/>
                    <a:pt x="4309" y="513"/>
                  </a:cubicBezTo>
                  <a:cubicBezTo>
                    <a:pt x="4296" y="497"/>
                    <a:pt x="4291" y="479"/>
                    <a:pt x="4291" y="456"/>
                  </a:cubicBezTo>
                  <a:cubicBezTo>
                    <a:pt x="4291" y="438"/>
                    <a:pt x="4296" y="417"/>
                    <a:pt x="4307" y="399"/>
                  </a:cubicBezTo>
                  <a:cubicBezTo>
                    <a:pt x="4318" y="385"/>
                    <a:pt x="4330" y="373"/>
                    <a:pt x="4346" y="362"/>
                  </a:cubicBezTo>
                  <a:cubicBezTo>
                    <a:pt x="4367" y="353"/>
                    <a:pt x="4383" y="343"/>
                    <a:pt x="4403" y="339"/>
                  </a:cubicBezTo>
                  <a:cubicBezTo>
                    <a:pt x="4424" y="332"/>
                    <a:pt x="4442" y="330"/>
                    <a:pt x="4460" y="330"/>
                  </a:cubicBezTo>
                  <a:cubicBezTo>
                    <a:pt x="4508" y="330"/>
                    <a:pt x="4557" y="341"/>
                    <a:pt x="4600" y="357"/>
                  </a:cubicBezTo>
                  <a:cubicBezTo>
                    <a:pt x="4646" y="376"/>
                    <a:pt x="4685" y="399"/>
                    <a:pt x="4724" y="431"/>
                  </a:cubicBezTo>
                  <a:lnTo>
                    <a:pt x="4880" y="1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5410199"/>
            <a:ext cx="2179589" cy="89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23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1" pos="3114">
          <p15:clr>
            <a:srgbClr val="A4A3A4"/>
          </p15:clr>
        </p15:guide>
        <p15:guide id="32" orient="horz" pos="2704">
          <p15:clr>
            <a:srgbClr val="A4A3A4"/>
          </p15:clr>
        </p15:guide>
        <p15:guide id="33" orient="horz" pos="3407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ehrstuhl">
            <a:extLst>
              <a:ext uri="{FF2B5EF4-FFF2-40B4-BE49-F238E27FC236}">
                <a16:creationId xmlns:a16="http://schemas.microsoft.com/office/drawing/2014/main" id="{865F1AB1-09E4-48E8-BD15-25AFDFED9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4292600"/>
            <a:ext cx="2575385" cy="969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Prof. Dr.-Ing. Jörg Franke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Lehrstuhl für Fertigungsautomatisierung</a:t>
            </a:r>
            <a:b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 Produktionssystematik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Friedrich-Alexander-Universität Erlangen-Nürnberg</a:t>
            </a:r>
          </a:p>
        </p:txBody>
      </p:sp>
      <p:sp>
        <p:nvSpPr>
          <p:cNvPr id="7" name="Danke">
            <a:extLst>
              <a:ext uri="{FF2B5EF4-FFF2-40B4-BE49-F238E27FC236}">
                <a16:creationId xmlns:a16="http://schemas.microsoft.com/office/drawing/2014/main" id="{B8AEBB16-568B-416C-A52D-B9D0B7AD8666}"/>
              </a:ext>
            </a:extLst>
          </p:cNvPr>
          <p:cNvSpPr txBox="1"/>
          <p:nvPr/>
        </p:nvSpPr>
        <p:spPr>
          <a:xfrm>
            <a:off x="8614283" y="4811018"/>
            <a:ext cx="2737929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de-DE" sz="6000" b="1" cap="all" baseline="0" dirty="0"/>
              <a:t>Danke</a:t>
            </a:r>
          </a:p>
        </p:txBody>
      </p:sp>
      <p:sp>
        <p:nvSpPr>
          <p:cNvPr id="9" name="Title Picture">
            <a:extLst>
              <a:ext uri="{FF2B5EF4-FFF2-40B4-BE49-F238E27FC236}">
                <a16:creationId xmlns:a16="http://schemas.microsoft.com/office/drawing/2014/main" id="{9D576FE6-05EC-4610-8B37-59904779AE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076700"/>
          </a:xfrm>
          <a:custGeom>
            <a:avLst/>
            <a:gdLst>
              <a:gd name="connsiteX0" fmla="*/ 0 w 12192000"/>
              <a:gd name="connsiteY0" fmla="*/ 0 h 4076700"/>
              <a:gd name="connsiteX1" fmla="*/ 12192000 w 12192000"/>
              <a:gd name="connsiteY1" fmla="*/ 0 h 4076700"/>
              <a:gd name="connsiteX2" fmla="*/ 12192000 w 12192000"/>
              <a:gd name="connsiteY2" fmla="*/ 4076700 h 4076700"/>
              <a:gd name="connsiteX3" fmla="*/ 3071416 w 12192000"/>
              <a:gd name="connsiteY3" fmla="*/ 4076700 h 4076700"/>
              <a:gd name="connsiteX4" fmla="*/ 3071416 w 12192000"/>
              <a:gd name="connsiteY4" fmla="*/ 1844700 h 4076700"/>
              <a:gd name="connsiteX5" fmla="*/ 839416 w 12192000"/>
              <a:gd name="connsiteY5" fmla="*/ 1844700 h 4076700"/>
              <a:gd name="connsiteX6" fmla="*/ 839416 w 12192000"/>
              <a:gd name="connsiteY6" fmla="*/ 4076700 h 4076700"/>
              <a:gd name="connsiteX7" fmla="*/ 0 w 12192000"/>
              <a:gd name="connsiteY7" fmla="*/ 4076700 h 407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6700">
                <a:moveTo>
                  <a:pt x="0" y="0"/>
                </a:moveTo>
                <a:lnTo>
                  <a:pt x="12192000" y="0"/>
                </a:lnTo>
                <a:lnTo>
                  <a:pt x="12192000" y="4076700"/>
                </a:lnTo>
                <a:lnTo>
                  <a:pt x="3071416" y="4076700"/>
                </a:lnTo>
                <a:lnTo>
                  <a:pt x="3071416" y="1844700"/>
                </a:lnTo>
                <a:lnTo>
                  <a:pt x="839416" y="1844700"/>
                </a:lnTo>
                <a:lnTo>
                  <a:pt x="839416" y="4076700"/>
                </a:lnTo>
                <a:lnTo>
                  <a:pt x="0" y="4076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076367C-AB7D-479E-A208-D2465761542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39788" y="1841252"/>
            <a:ext cx="2235447" cy="2235448"/>
            <a:chOff x="5757863" y="1597024"/>
            <a:chExt cx="1971675" cy="1971675"/>
          </a:xfrm>
        </p:grpSpPr>
        <p:sp>
          <p:nvSpPr>
            <p:cNvPr id="19" name="AutoShape 61">
              <a:extLst>
                <a:ext uri="{FF2B5EF4-FFF2-40B4-BE49-F238E27FC236}">
                  <a16:creationId xmlns:a16="http://schemas.microsoft.com/office/drawing/2014/main" id="{021B169B-3729-4188-95EC-DF427B093B3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757863" y="1597024"/>
              <a:ext cx="1971675" cy="1971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63">
              <a:extLst>
                <a:ext uri="{FF2B5EF4-FFF2-40B4-BE49-F238E27FC236}">
                  <a16:creationId xmlns:a16="http://schemas.microsoft.com/office/drawing/2014/main" id="{DD3B038C-AB66-4A83-B4D7-6C3B1E091C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57863" y="1597024"/>
              <a:ext cx="1971675" cy="1971675"/>
            </a:xfrm>
            <a:prstGeom prst="rect">
              <a:avLst/>
            </a:prstGeom>
            <a:solidFill>
              <a:srgbClr val="97C13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4">
              <a:extLst>
                <a:ext uri="{FF2B5EF4-FFF2-40B4-BE49-F238E27FC236}">
                  <a16:creationId xmlns:a16="http://schemas.microsoft.com/office/drawing/2014/main" id="{A3EC7AD9-EFD9-4A37-9183-4C02724C53E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865813" y="1795463"/>
              <a:ext cx="1785938" cy="576263"/>
            </a:xfrm>
            <a:custGeom>
              <a:avLst/>
              <a:gdLst>
                <a:gd name="T0" fmla="*/ 880 w 4944"/>
                <a:gd name="T1" fmla="*/ 41 h 1592"/>
                <a:gd name="T2" fmla="*/ 0 w 4944"/>
                <a:gd name="T3" fmla="*/ 1553 h 1592"/>
                <a:gd name="T4" fmla="*/ 396 w 4944"/>
                <a:gd name="T5" fmla="*/ 960 h 1592"/>
                <a:gd name="T6" fmla="*/ 832 w 4944"/>
                <a:gd name="T7" fmla="*/ 628 h 1592"/>
                <a:gd name="T8" fmla="*/ 396 w 4944"/>
                <a:gd name="T9" fmla="*/ 376 h 1592"/>
                <a:gd name="T10" fmla="*/ 1923 w 4944"/>
                <a:gd name="T11" fmla="*/ 1290 h 1592"/>
                <a:gd name="T12" fmla="*/ 2448 w 4944"/>
                <a:gd name="T13" fmla="*/ 1553 h 1592"/>
                <a:gd name="T14" fmla="*/ 1437 w 4944"/>
                <a:gd name="T15" fmla="*/ 41 h 1592"/>
                <a:gd name="T16" fmla="*/ 1272 w 4944"/>
                <a:gd name="T17" fmla="*/ 1553 h 1592"/>
                <a:gd name="T18" fmla="*/ 1923 w 4944"/>
                <a:gd name="T19" fmla="*/ 1290 h 1592"/>
                <a:gd name="T20" fmla="*/ 1488 w 4944"/>
                <a:gd name="T21" fmla="*/ 990 h 1592"/>
                <a:gd name="T22" fmla="*/ 1655 w 4944"/>
                <a:gd name="T23" fmla="*/ 509 h 1592"/>
                <a:gd name="T24" fmla="*/ 2572 w 4944"/>
                <a:gd name="T25" fmla="*/ 1553 h 1592"/>
                <a:gd name="T26" fmla="*/ 2968 w 4944"/>
                <a:gd name="T27" fmla="*/ 1052 h 1592"/>
                <a:gd name="T28" fmla="*/ 3489 w 4944"/>
                <a:gd name="T29" fmla="*/ 999 h 1592"/>
                <a:gd name="T30" fmla="*/ 3734 w 4944"/>
                <a:gd name="T31" fmla="*/ 538 h 1592"/>
                <a:gd name="T32" fmla="*/ 3580 w 4944"/>
                <a:gd name="T33" fmla="*/ 163 h 1592"/>
                <a:gd name="T34" fmla="*/ 3179 w 4944"/>
                <a:gd name="T35" fmla="*/ 41 h 1592"/>
                <a:gd name="T36" fmla="*/ 2572 w 4944"/>
                <a:gd name="T37" fmla="*/ 1553 h 1592"/>
                <a:gd name="T38" fmla="*/ 3035 w 4944"/>
                <a:gd name="T39" fmla="*/ 357 h 1592"/>
                <a:gd name="T40" fmla="*/ 3237 w 4944"/>
                <a:gd name="T41" fmla="*/ 382 h 1592"/>
                <a:gd name="T42" fmla="*/ 3324 w 4944"/>
                <a:gd name="T43" fmla="*/ 552 h 1592"/>
                <a:gd name="T44" fmla="*/ 3232 w 4944"/>
                <a:gd name="T45" fmla="*/ 713 h 1592"/>
                <a:gd name="T46" fmla="*/ 3035 w 4944"/>
                <a:gd name="T47" fmla="*/ 736 h 1592"/>
                <a:gd name="T48" fmla="*/ 2968 w 4944"/>
                <a:gd name="T49" fmla="*/ 357 h 1592"/>
                <a:gd name="T50" fmla="*/ 4733 w 4944"/>
                <a:gd name="T51" fmla="*/ 60 h 1592"/>
                <a:gd name="T52" fmla="*/ 4403 w 4944"/>
                <a:gd name="T53" fmla="*/ 0 h 1592"/>
                <a:gd name="T54" fmla="*/ 4025 w 4944"/>
                <a:gd name="T55" fmla="*/ 140 h 1592"/>
                <a:gd name="T56" fmla="*/ 3878 w 4944"/>
                <a:gd name="T57" fmla="*/ 509 h 1592"/>
                <a:gd name="T58" fmla="*/ 3952 w 4944"/>
                <a:gd name="T59" fmla="*/ 766 h 1592"/>
                <a:gd name="T60" fmla="*/ 4151 w 4944"/>
                <a:gd name="T61" fmla="*/ 894 h 1592"/>
                <a:gd name="T62" fmla="*/ 4346 w 4944"/>
                <a:gd name="T63" fmla="*/ 953 h 1592"/>
                <a:gd name="T64" fmla="*/ 4472 w 4944"/>
                <a:gd name="T65" fmla="*/ 1008 h 1592"/>
                <a:gd name="T66" fmla="*/ 4531 w 4944"/>
                <a:gd name="T67" fmla="*/ 1109 h 1592"/>
                <a:gd name="T68" fmla="*/ 4472 w 4944"/>
                <a:gd name="T69" fmla="*/ 1224 h 1592"/>
                <a:gd name="T70" fmla="*/ 4339 w 4944"/>
                <a:gd name="T71" fmla="*/ 1260 h 1592"/>
                <a:gd name="T72" fmla="*/ 4092 w 4944"/>
                <a:gd name="T73" fmla="*/ 1185 h 1592"/>
                <a:gd name="T74" fmla="*/ 3814 w 4944"/>
                <a:gd name="T75" fmla="*/ 1420 h 1592"/>
                <a:gd name="T76" fmla="*/ 4163 w 4944"/>
                <a:gd name="T77" fmla="*/ 1572 h 1592"/>
                <a:gd name="T78" fmla="*/ 4506 w 4944"/>
                <a:gd name="T79" fmla="*/ 1579 h 1592"/>
                <a:gd name="T80" fmla="*/ 4786 w 4944"/>
                <a:gd name="T81" fmla="*/ 1450 h 1592"/>
                <a:gd name="T82" fmla="*/ 4931 w 4944"/>
                <a:gd name="T83" fmla="*/ 1194 h 1592"/>
                <a:gd name="T84" fmla="*/ 4917 w 4944"/>
                <a:gd name="T85" fmla="*/ 885 h 1592"/>
                <a:gd name="T86" fmla="*/ 4717 w 4944"/>
                <a:gd name="T87" fmla="*/ 688 h 1592"/>
                <a:gd name="T88" fmla="*/ 4467 w 4944"/>
                <a:gd name="T89" fmla="*/ 600 h 1592"/>
                <a:gd name="T90" fmla="*/ 4353 w 4944"/>
                <a:gd name="T91" fmla="*/ 555 h 1592"/>
                <a:gd name="T92" fmla="*/ 4291 w 4944"/>
                <a:gd name="T93" fmla="*/ 456 h 1592"/>
                <a:gd name="T94" fmla="*/ 4346 w 4944"/>
                <a:gd name="T95" fmla="*/ 362 h 1592"/>
                <a:gd name="T96" fmla="*/ 4460 w 4944"/>
                <a:gd name="T97" fmla="*/ 330 h 1592"/>
                <a:gd name="T98" fmla="*/ 4724 w 4944"/>
                <a:gd name="T99" fmla="*/ 431 h 1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944" h="1592">
                  <a:moveTo>
                    <a:pt x="880" y="376"/>
                  </a:moveTo>
                  <a:lnTo>
                    <a:pt x="880" y="41"/>
                  </a:lnTo>
                  <a:lnTo>
                    <a:pt x="0" y="41"/>
                  </a:lnTo>
                  <a:lnTo>
                    <a:pt x="0" y="1553"/>
                  </a:lnTo>
                  <a:lnTo>
                    <a:pt x="396" y="1553"/>
                  </a:lnTo>
                  <a:lnTo>
                    <a:pt x="396" y="960"/>
                  </a:lnTo>
                  <a:lnTo>
                    <a:pt x="832" y="960"/>
                  </a:lnTo>
                  <a:lnTo>
                    <a:pt x="832" y="628"/>
                  </a:lnTo>
                  <a:lnTo>
                    <a:pt x="396" y="628"/>
                  </a:lnTo>
                  <a:lnTo>
                    <a:pt x="396" y="376"/>
                  </a:lnTo>
                  <a:lnTo>
                    <a:pt x="880" y="376"/>
                  </a:lnTo>
                  <a:close/>
                  <a:moveTo>
                    <a:pt x="1923" y="1290"/>
                  </a:moveTo>
                  <a:lnTo>
                    <a:pt x="2026" y="1553"/>
                  </a:lnTo>
                  <a:lnTo>
                    <a:pt x="2448" y="1553"/>
                  </a:lnTo>
                  <a:lnTo>
                    <a:pt x="1873" y="41"/>
                  </a:lnTo>
                  <a:lnTo>
                    <a:pt x="1437" y="41"/>
                  </a:lnTo>
                  <a:lnTo>
                    <a:pt x="851" y="1553"/>
                  </a:lnTo>
                  <a:lnTo>
                    <a:pt x="1272" y="1553"/>
                  </a:lnTo>
                  <a:lnTo>
                    <a:pt x="1378" y="1290"/>
                  </a:lnTo>
                  <a:lnTo>
                    <a:pt x="1923" y="1290"/>
                  </a:lnTo>
                  <a:close/>
                  <a:moveTo>
                    <a:pt x="1818" y="990"/>
                  </a:moveTo>
                  <a:lnTo>
                    <a:pt x="1488" y="990"/>
                  </a:lnTo>
                  <a:lnTo>
                    <a:pt x="1653" y="509"/>
                  </a:lnTo>
                  <a:lnTo>
                    <a:pt x="1655" y="509"/>
                  </a:lnTo>
                  <a:lnTo>
                    <a:pt x="1818" y="990"/>
                  </a:lnTo>
                  <a:close/>
                  <a:moveTo>
                    <a:pt x="2572" y="1553"/>
                  </a:moveTo>
                  <a:lnTo>
                    <a:pt x="2968" y="1553"/>
                  </a:lnTo>
                  <a:lnTo>
                    <a:pt x="2968" y="1052"/>
                  </a:lnTo>
                  <a:lnTo>
                    <a:pt x="3193" y="1052"/>
                  </a:lnTo>
                  <a:cubicBezTo>
                    <a:pt x="3310" y="1054"/>
                    <a:pt x="3409" y="1034"/>
                    <a:pt x="3489" y="999"/>
                  </a:cubicBezTo>
                  <a:cubicBezTo>
                    <a:pt x="3569" y="963"/>
                    <a:pt x="3631" y="908"/>
                    <a:pt x="3672" y="832"/>
                  </a:cubicBezTo>
                  <a:cubicBezTo>
                    <a:pt x="3713" y="754"/>
                    <a:pt x="3734" y="658"/>
                    <a:pt x="3734" y="538"/>
                  </a:cubicBezTo>
                  <a:cubicBezTo>
                    <a:pt x="3734" y="451"/>
                    <a:pt x="3722" y="376"/>
                    <a:pt x="3695" y="314"/>
                  </a:cubicBezTo>
                  <a:cubicBezTo>
                    <a:pt x="3670" y="254"/>
                    <a:pt x="3628" y="199"/>
                    <a:pt x="3580" y="163"/>
                  </a:cubicBezTo>
                  <a:cubicBezTo>
                    <a:pt x="3532" y="119"/>
                    <a:pt x="3473" y="92"/>
                    <a:pt x="3404" y="71"/>
                  </a:cubicBezTo>
                  <a:cubicBezTo>
                    <a:pt x="3338" y="50"/>
                    <a:pt x="3262" y="41"/>
                    <a:pt x="3179" y="41"/>
                  </a:cubicBezTo>
                  <a:lnTo>
                    <a:pt x="2572" y="41"/>
                  </a:lnTo>
                  <a:lnTo>
                    <a:pt x="2572" y="1553"/>
                  </a:lnTo>
                  <a:close/>
                  <a:moveTo>
                    <a:pt x="2968" y="357"/>
                  </a:moveTo>
                  <a:lnTo>
                    <a:pt x="3035" y="357"/>
                  </a:lnTo>
                  <a:cubicBezTo>
                    <a:pt x="3074" y="357"/>
                    <a:pt x="3111" y="360"/>
                    <a:pt x="3145" y="362"/>
                  </a:cubicBezTo>
                  <a:cubicBezTo>
                    <a:pt x="3179" y="364"/>
                    <a:pt x="3212" y="373"/>
                    <a:pt x="3237" y="382"/>
                  </a:cubicBezTo>
                  <a:cubicBezTo>
                    <a:pt x="3262" y="394"/>
                    <a:pt x="3283" y="412"/>
                    <a:pt x="3299" y="442"/>
                  </a:cubicBezTo>
                  <a:cubicBezTo>
                    <a:pt x="3315" y="467"/>
                    <a:pt x="3319" y="504"/>
                    <a:pt x="3324" y="552"/>
                  </a:cubicBezTo>
                  <a:cubicBezTo>
                    <a:pt x="3319" y="598"/>
                    <a:pt x="3315" y="632"/>
                    <a:pt x="3296" y="658"/>
                  </a:cubicBezTo>
                  <a:cubicBezTo>
                    <a:pt x="3280" y="683"/>
                    <a:pt x="3260" y="701"/>
                    <a:pt x="3232" y="713"/>
                  </a:cubicBezTo>
                  <a:cubicBezTo>
                    <a:pt x="3205" y="724"/>
                    <a:pt x="3175" y="729"/>
                    <a:pt x="3140" y="733"/>
                  </a:cubicBezTo>
                  <a:cubicBezTo>
                    <a:pt x="3106" y="736"/>
                    <a:pt x="3072" y="736"/>
                    <a:pt x="3035" y="736"/>
                  </a:cubicBezTo>
                  <a:lnTo>
                    <a:pt x="2968" y="736"/>
                  </a:lnTo>
                  <a:lnTo>
                    <a:pt x="2968" y="357"/>
                  </a:lnTo>
                  <a:close/>
                  <a:moveTo>
                    <a:pt x="4880" y="126"/>
                  </a:moveTo>
                  <a:cubicBezTo>
                    <a:pt x="4837" y="101"/>
                    <a:pt x="4786" y="78"/>
                    <a:pt x="4733" y="60"/>
                  </a:cubicBezTo>
                  <a:cubicBezTo>
                    <a:pt x="4678" y="41"/>
                    <a:pt x="4623" y="25"/>
                    <a:pt x="4566" y="16"/>
                  </a:cubicBezTo>
                  <a:cubicBezTo>
                    <a:pt x="4508" y="7"/>
                    <a:pt x="4456" y="0"/>
                    <a:pt x="4403" y="0"/>
                  </a:cubicBezTo>
                  <a:cubicBezTo>
                    <a:pt x="4325" y="0"/>
                    <a:pt x="4257" y="14"/>
                    <a:pt x="4193" y="39"/>
                  </a:cubicBezTo>
                  <a:cubicBezTo>
                    <a:pt x="4128" y="62"/>
                    <a:pt x="4071" y="94"/>
                    <a:pt x="4025" y="140"/>
                  </a:cubicBezTo>
                  <a:cubicBezTo>
                    <a:pt x="3979" y="185"/>
                    <a:pt x="3943" y="238"/>
                    <a:pt x="3917" y="300"/>
                  </a:cubicBezTo>
                  <a:cubicBezTo>
                    <a:pt x="3890" y="362"/>
                    <a:pt x="3878" y="433"/>
                    <a:pt x="3878" y="509"/>
                  </a:cubicBezTo>
                  <a:cubicBezTo>
                    <a:pt x="3878" y="566"/>
                    <a:pt x="3883" y="619"/>
                    <a:pt x="3897" y="658"/>
                  </a:cubicBezTo>
                  <a:cubicBezTo>
                    <a:pt x="3908" y="701"/>
                    <a:pt x="3927" y="736"/>
                    <a:pt x="3952" y="766"/>
                  </a:cubicBezTo>
                  <a:cubicBezTo>
                    <a:pt x="3975" y="795"/>
                    <a:pt x="4002" y="821"/>
                    <a:pt x="4037" y="841"/>
                  </a:cubicBezTo>
                  <a:cubicBezTo>
                    <a:pt x="4069" y="860"/>
                    <a:pt x="4108" y="878"/>
                    <a:pt x="4151" y="894"/>
                  </a:cubicBezTo>
                  <a:cubicBezTo>
                    <a:pt x="4195" y="908"/>
                    <a:pt x="4241" y="921"/>
                    <a:pt x="4291" y="937"/>
                  </a:cubicBezTo>
                  <a:cubicBezTo>
                    <a:pt x="4307" y="940"/>
                    <a:pt x="4325" y="947"/>
                    <a:pt x="4346" y="953"/>
                  </a:cubicBezTo>
                  <a:cubicBezTo>
                    <a:pt x="4369" y="960"/>
                    <a:pt x="4392" y="965"/>
                    <a:pt x="4412" y="974"/>
                  </a:cubicBezTo>
                  <a:cubicBezTo>
                    <a:pt x="4435" y="983"/>
                    <a:pt x="4454" y="995"/>
                    <a:pt x="4472" y="1008"/>
                  </a:cubicBezTo>
                  <a:cubicBezTo>
                    <a:pt x="4488" y="1020"/>
                    <a:pt x="4502" y="1034"/>
                    <a:pt x="4513" y="1052"/>
                  </a:cubicBezTo>
                  <a:cubicBezTo>
                    <a:pt x="4525" y="1066"/>
                    <a:pt x="4531" y="1086"/>
                    <a:pt x="4531" y="1109"/>
                  </a:cubicBezTo>
                  <a:cubicBezTo>
                    <a:pt x="4531" y="1134"/>
                    <a:pt x="4525" y="1157"/>
                    <a:pt x="4513" y="1178"/>
                  </a:cubicBezTo>
                  <a:cubicBezTo>
                    <a:pt x="4502" y="1196"/>
                    <a:pt x="4488" y="1212"/>
                    <a:pt x="4472" y="1224"/>
                  </a:cubicBezTo>
                  <a:cubicBezTo>
                    <a:pt x="4451" y="1237"/>
                    <a:pt x="4431" y="1244"/>
                    <a:pt x="4408" y="1251"/>
                  </a:cubicBezTo>
                  <a:cubicBezTo>
                    <a:pt x="4385" y="1258"/>
                    <a:pt x="4362" y="1260"/>
                    <a:pt x="4339" y="1260"/>
                  </a:cubicBezTo>
                  <a:cubicBezTo>
                    <a:pt x="4293" y="1260"/>
                    <a:pt x="4250" y="1253"/>
                    <a:pt x="4211" y="1240"/>
                  </a:cubicBezTo>
                  <a:cubicBezTo>
                    <a:pt x="4167" y="1224"/>
                    <a:pt x="4128" y="1208"/>
                    <a:pt x="4092" y="1185"/>
                  </a:cubicBezTo>
                  <a:cubicBezTo>
                    <a:pt x="4055" y="1159"/>
                    <a:pt x="4021" y="1132"/>
                    <a:pt x="3984" y="1105"/>
                  </a:cubicBezTo>
                  <a:lnTo>
                    <a:pt x="3814" y="1420"/>
                  </a:lnTo>
                  <a:cubicBezTo>
                    <a:pt x="3869" y="1457"/>
                    <a:pt x="3922" y="1489"/>
                    <a:pt x="3982" y="1514"/>
                  </a:cubicBezTo>
                  <a:cubicBezTo>
                    <a:pt x="4039" y="1540"/>
                    <a:pt x="4099" y="1560"/>
                    <a:pt x="4163" y="1572"/>
                  </a:cubicBezTo>
                  <a:cubicBezTo>
                    <a:pt x="4225" y="1588"/>
                    <a:pt x="4291" y="1592"/>
                    <a:pt x="4353" y="1592"/>
                  </a:cubicBezTo>
                  <a:cubicBezTo>
                    <a:pt x="4403" y="1592"/>
                    <a:pt x="4456" y="1590"/>
                    <a:pt x="4506" y="1579"/>
                  </a:cubicBezTo>
                  <a:cubicBezTo>
                    <a:pt x="4559" y="1570"/>
                    <a:pt x="4609" y="1553"/>
                    <a:pt x="4655" y="1531"/>
                  </a:cubicBezTo>
                  <a:cubicBezTo>
                    <a:pt x="4704" y="1512"/>
                    <a:pt x="4747" y="1485"/>
                    <a:pt x="4786" y="1450"/>
                  </a:cubicBezTo>
                  <a:cubicBezTo>
                    <a:pt x="4827" y="1416"/>
                    <a:pt x="4860" y="1379"/>
                    <a:pt x="4880" y="1333"/>
                  </a:cubicBezTo>
                  <a:cubicBezTo>
                    <a:pt x="4905" y="1290"/>
                    <a:pt x="4922" y="1244"/>
                    <a:pt x="4931" y="1194"/>
                  </a:cubicBezTo>
                  <a:cubicBezTo>
                    <a:pt x="4942" y="1146"/>
                    <a:pt x="4944" y="1095"/>
                    <a:pt x="4944" y="1045"/>
                  </a:cubicBezTo>
                  <a:cubicBezTo>
                    <a:pt x="4944" y="983"/>
                    <a:pt x="4935" y="931"/>
                    <a:pt x="4917" y="885"/>
                  </a:cubicBezTo>
                  <a:cubicBezTo>
                    <a:pt x="4896" y="841"/>
                    <a:pt x="4871" y="802"/>
                    <a:pt x="4837" y="770"/>
                  </a:cubicBezTo>
                  <a:cubicBezTo>
                    <a:pt x="4802" y="738"/>
                    <a:pt x="4763" y="710"/>
                    <a:pt x="4717" y="688"/>
                  </a:cubicBezTo>
                  <a:cubicBezTo>
                    <a:pt x="4671" y="665"/>
                    <a:pt x="4623" y="646"/>
                    <a:pt x="4568" y="632"/>
                  </a:cubicBezTo>
                  <a:lnTo>
                    <a:pt x="4467" y="600"/>
                  </a:lnTo>
                  <a:cubicBezTo>
                    <a:pt x="4449" y="598"/>
                    <a:pt x="4428" y="589"/>
                    <a:pt x="4410" y="582"/>
                  </a:cubicBezTo>
                  <a:cubicBezTo>
                    <a:pt x="4389" y="573"/>
                    <a:pt x="4369" y="564"/>
                    <a:pt x="4353" y="555"/>
                  </a:cubicBezTo>
                  <a:cubicBezTo>
                    <a:pt x="4334" y="543"/>
                    <a:pt x="4321" y="529"/>
                    <a:pt x="4309" y="513"/>
                  </a:cubicBezTo>
                  <a:cubicBezTo>
                    <a:pt x="4296" y="497"/>
                    <a:pt x="4291" y="479"/>
                    <a:pt x="4291" y="456"/>
                  </a:cubicBezTo>
                  <a:cubicBezTo>
                    <a:pt x="4291" y="438"/>
                    <a:pt x="4296" y="417"/>
                    <a:pt x="4307" y="399"/>
                  </a:cubicBezTo>
                  <a:cubicBezTo>
                    <a:pt x="4318" y="385"/>
                    <a:pt x="4330" y="373"/>
                    <a:pt x="4346" y="362"/>
                  </a:cubicBezTo>
                  <a:cubicBezTo>
                    <a:pt x="4367" y="353"/>
                    <a:pt x="4383" y="343"/>
                    <a:pt x="4403" y="339"/>
                  </a:cubicBezTo>
                  <a:cubicBezTo>
                    <a:pt x="4424" y="332"/>
                    <a:pt x="4442" y="330"/>
                    <a:pt x="4460" y="330"/>
                  </a:cubicBezTo>
                  <a:cubicBezTo>
                    <a:pt x="4508" y="330"/>
                    <a:pt x="4557" y="341"/>
                    <a:pt x="4600" y="357"/>
                  </a:cubicBezTo>
                  <a:cubicBezTo>
                    <a:pt x="4646" y="376"/>
                    <a:pt x="4685" y="399"/>
                    <a:pt x="4724" y="431"/>
                  </a:cubicBezTo>
                  <a:lnTo>
                    <a:pt x="4880" y="1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5410199"/>
            <a:ext cx="2179589" cy="898525"/>
          </a:xfrm>
          <a:prstGeom prst="rect">
            <a:avLst/>
          </a:prstGeom>
        </p:spPr>
      </p:pic>
      <p:sp>
        <p:nvSpPr>
          <p:cNvPr id="26" name="Datumsplatzhalter 2"/>
          <p:cNvSpPr>
            <a:spLocks noGrp="1"/>
          </p:cNvSpPr>
          <p:nvPr>
            <p:ph type="dt" sz="half" idx="10"/>
          </p:nvPr>
        </p:nvSpPr>
        <p:spPr>
          <a:xfrm>
            <a:off x="9742809" y="6561350"/>
            <a:ext cx="1609404" cy="12828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pPr>
              <a:defRPr/>
            </a:pPr>
            <a:fld id="{01DFB4B7-F370-4B8B-AF96-2A0A279A2F6D}" type="datetime1">
              <a:rPr lang="de-DE" smtClean="0">
                <a:solidFill>
                  <a:srgbClr val="000000"/>
                </a:solidFill>
              </a:rPr>
              <a:t>11.11.2024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352208" y="6564725"/>
            <a:ext cx="839791" cy="12490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/>
            </a:lvl1pPr>
          </a:lstStyle>
          <a:p>
            <a:pPr>
              <a:defRPr/>
            </a:pPr>
            <a:fld id="{FE11F066-C7D3-4B2D-BC7E-EC0D86AF6BBF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‹Nr.›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2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839788" y="6564724"/>
            <a:ext cx="8903021" cy="124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J.Hartmann   |  Studierendenrunde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55227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9742809" y="6561350"/>
            <a:ext cx="1609404" cy="12828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pPr>
              <a:defRPr/>
            </a:pPr>
            <a:fld id="{9FC9BEE4-68B1-43A1-B546-CC719A1EB90F}" type="datetime1">
              <a:rPr lang="de-DE" smtClean="0">
                <a:solidFill>
                  <a:srgbClr val="000000"/>
                </a:solidFill>
              </a:rPr>
              <a:t>11.11.2024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352208" y="6564725"/>
            <a:ext cx="839791" cy="12490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/>
            </a:lvl1pPr>
          </a:lstStyle>
          <a:p>
            <a:pPr>
              <a:defRPr/>
            </a:pPr>
            <a:fld id="{FE11F066-C7D3-4B2D-BC7E-EC0D86AF6BBF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‹Nr.›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Titelplatzhalter 1"/>
          <p:cNvSpPr>
            <a:spLocks noGrp="1"/>
          </p:cNvSpPr>
          <p:nvPr>
            <p:ph type="title"/>
          </p:nvPr>
        </p:nvSpPr>
        <p:spPr>
          <a:xfrm>
            <a:off x="839788" y="333375"/>
            <a:ext cx="10303200" cy="5032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839788" y="6564724"/>
            <a:ext cx="8903021" cy="124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J.Hartmann   |  Studierendenrunde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1724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296">
          <p15:clr>
            <a:srgbClr val="A4A3A4"/>
          </p15:clr>
        </p15:guide>
        <p15:guide id="2" orient="horz" pos="2478">
          <p15:clr>
            <a:srgbClr val="A4A3A4"/>
          </p15:clr>
        </p15:guide>
        <p15:guide id="3" orient="horz" pos="2387">
          <p15:clr>
            <a:srgbClr val="A4A3A4"/>
          </p15:clr>
        </p15:guide>
        <p15:guide id="4" pos="3840">
          <p15:clr>
            <a:srgbClr val="A4A3A4"/>
          </p15:clr>
        </p15:guide>
        <p15:guide id="6" pos="3749">
          <p15:clr>
            <a:srgbClr val="A4A3A4"/>
          </p15:clr>
        </p15:guide>
        <p15:guide id="7" orient="horz" pos="527">
          <p15:clr>
            <a:srgbClr val="A4A3A4"/>
          </p15:clr>
        </p15:guide>
        <p15:guide id="8" orient="horz" pos="799">
          <p15:clr>
            <a:srgbClr val="A4A3A4"/>
          </p15:clr>
        </p15:guide>
        <p15:guide id="9" pos="2797">
          <p15:clr>
            <a:srgbClr val="FBAE40"/>
          </p15:clr>
        </p15:guide>
        <p15:guide id="10" pos="3931">
          <p15:clr>
            <a:srgbClr val="A4A3A4"/>
          </p15:clr>
        </p15:guide>
        <p15:guide id="11" pos="2615">
          <p15:clr>
            <a:srgbClr val="FBAE40"/>
          </p15:clr>
        </p15:guide>
        <p15:guide id="12" pos="2230" userDrawn="1">
          <p15:clr>
            <a:srgbClr val="5ACBF0"/>
          </p15:clr>
        </p15:guide>
        <p15:guide id="13" pos="2048" userDrawn="1">
          <p15:clr>
            <a:srgbClr val="5ACBF0"/>
          </p15:clr>
        </p15:guide>
        <p15:guide id="14" pos="4883">
          <p15:clr>
            <a:srgbClr val="FBAE40"/>
          </p15:clr>
        </p15:guide>
        <p15:guide id="15" pos="5065">
          <p15:clr>
            <a:srgbClr val="FBAE40"/>
          </p15:clr>
        </p15:guide>
        <p15:guide id="16" pos="5450" userDrawn="1">
          <p15:clr>
            <a:srgbClr val="5ACBF0"/>
          </p15:clr>
        </p15:guide>
        <p15:guide id="17" pos="5632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weis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feld 198"/>
          <p:cNvSpPr txBox="1"/>
          <p:nvPr userDrawn="1"/>
        </p:nvSpPr>
        <p:spPr>
          <a:xfrm>
            <a:off x="839788" y="333375"/>
            <a:ext cx="10303625" cy="5032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rgbClr val="97C139"/>
              </a:buClr>
            </a:pPr>
            <a:r>
              <a:rPr lang="de-DE" sz="1800" b="1" dirty="0">
                <a:latin typeface="+mj-lt"/>
              </a:rPr>
              <a:t>Die Einhaltung der PowerPoint-Anweisungen ermöglicht die Erstellung qualitativ </a:t>
            </a:r>
            <a:br>
              <a:rPr lang="de-DE" sz="1800" b="1" dirty="0">
                <a:latin typeface="+mj-lt"/>
              </a:rPr>
            </a:br>
            <a:r>
              <a:rPr lang="de-DE" sz="1800" b="1" dirty="0">
                <a:latin typeface="+mj-lt"/>
              </a:rPr>
              <a:t>hochwertiger Folien, um Forschungsergebnisse angemessen repräsentieren zu können.</a:t>
            </a:r>
          </a:p>
        </p:txBody>
      </p:sp>
      <p:sp>
        <p:nvSpPr>
          <p:cNvPr id="102" name="Rechteck 101"/>
          <p:cNvSpPr/>
          <p:nvPr userDrawn="1"/>
        </p:nvSpPr>
        <p:spPr>
          <a:xfrm>
            <a:off x="11143413" y="0"/>
            <a:ext cx="1048586" cy="1045413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6000" tIns="18000" rIns="18000" bIns="18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9" name="Textfeld 28"/>
          <p:cNvSpPr txBox="1"/>
          <p:nvPr userDrawn="1"/>
        </p:nvSpPr>
        <p:spPr>
          <a:xfrm>
            <a:off x="-432048" y="3795891"/>
            <a:ext cx="335360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0,4</a:t>
            </a:r>
          </a:p>
        </p:txBody>
      </p:sp>
      <p:sp>
        <p:nvSpPr>
          <p:cNvPr id="30" name="Textfeld 29"/>
          <p:cNvSpPr txBox="1"/>
          <p:nvPr userDrawn="1"/>
        </p:nvSpPr>
        <p:spPr>
          <a:xfrm>
            <a:off x="-436123" y="3493909"/>
            <a:ext cx="335360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0,4</a:t>
            </a:r>
          </a:p>
        </p:txBody>
      </p:sp>
      <p:sp>
        <p:nvSpPr>
          <p:cNvPr id="31" name="Textfeld 30"/>
          <p:cNvSpPr txBox="1"/>
          <p:nvPr userDrawn="1"/>
        </p:nvSpPr>
        <p:spPr>
          <a:xfrm>
            <a:off x="-432048" y="6176764"/>
            <a:ext cx="335360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7,0</a:t>
            </a:r>
          </a:p>
        </p:txBody>
      </p:sp>
      <p:sp>
        <p:nvSpPr>
          <p:cNvPr id="32" name="Textfeld 31"/>
          <p:cNvSpPr txBox="1"/>
          <p:nvPr userDrawn="1"/>
        </p:nvSpPr>
        <p:spPr>
          <a:xfrm>
            <a:off x="-432048" y="200697"/>
            <a:ext cx="335360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9,6</a:t>
            </a:r>
          </a:p>
        </p:txBody>
      </p:sp>
      <p:sp>
        <p:nvSpPr>
          <p:cNvPr id="33" name="Textfeld 32"/>
          <p:cNvSpPr txBox="1"/>
          <p:nvPr userDrawn="1"/>
        </p:nvSpPr>
        <p:spPr>
          <a:xfrm>
            <a:off x="-432048" y="704654"/>
            <a:ext cx="335360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8,2</a:t>
            </a:r>
          </a:p>
        </p:txBody>
      </p:sp>
      <p:sp>
        <p:nvSpPr>
          <p:cNvPr id="34" name="Textfeld 33"/>
          <p:cNvSpPr txBox="1"/>
          <p:nvPr userDrawn="1"/>
        </p:nvSpPr>
        <p:spPr>
          <a:xfrm>
            <a:off x="-432048" y="1136454"/>
            <a:ext cx="335360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7,0</a:t>
            </a:r>
          </a:p>
        </p:txBody>
      </p:sp>
      <p:sp>
        <p:nvSpPr>
          <p:cNvPr id="35" name="Textfeld 34"/>
          <p:cNvSpPr txBox="1"/>
          <p:nvPr userDrawn="1"/>
        </p:nvSpPr>
        <p:spPr>
          <a:xfrm>
            <a:off x="5783858" y="-355680"/>
            <a:ext cx="335360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0,4</a:t>
            </a:r>
          </a:p>
        </p:txBody>
      </p:sp>
      <p:sp>
        <p:nvSpPr>
          <p:cNvPr id="36" name="Textfeld 35"/>
          <p:cNvSpPr txBox="1"/>
          <p:nvPr userDrawn="1"/>
        </p:nvSpPr>
        <p:spPr>
          <a:xfrm>
            <a:off x="6119218" y="-355680"/>
            <a:ext cx="335360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0,4</a:t>
            </a:r>
          </a:p>
        </p:txBody>
      </p:sp>
      <p:sp>
        <p:nvSpPr>
          <p:cNvPr id="37" name="Textfeld 36"/>
          <p:cNvSpPr txBox="1"/>
          <p:nvPr userDrawn="1"/>
        </p:nvSpPr>
        <p:spPr>
          <a:xfrm>
            <a:off x="5928320" y="-670643"/>
            <a:ext cx="335360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0,0</a:t>
            </a:r>
          </a:p>
        </p:txBody>
      </p:sp>
      <p:sp>
        <p:nvSpPr>
          <p:cNvPr id="38" name="Textfeld 37"/>
          <p:cNvSpPr txBox="1"/>
          <p:nvPr userDrawn="1"/>
        </p:nvSpPr>
        <p:spPr>
          <a:xfrm>
            <a:off x="636084" y="-358463"/>
            <a:ext cx="455340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14,6</a:t>
            </a:r>
          </a:p>
        </p:txBody>
      </p:sp>
      <p:sp>
        <p:nvSpPr>
          <p:cNvPr id="39" name="Textfeld 38"/>
          <p:cNvSpPr txBox="1"/>
          <p:nvPr userDrawn="1"/>
        </p:nvSpPr>
        <p:spPr>
          <a:xfrm>
            <a:off x="11098502" y="-358463"/>
            <a:ext cx="507411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14,6</a:t>
            </a:r>
          </a:p>
        </p:txBody>
      </p:sp>
      <p:sp>
        <p:nvSpPr>
          <p:cNvPr id="52" name="Textfeld 51"/>
          <p:cNvSpPr txBox="1"/>
          <p:nvPr userDrawn="1"/>
        </p:nvSpPr>
        <p:spPr>
          <a:xfrm>
            <a:off x="2866093" y="-414229"/>
            <a:ext cx="385107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de-DE" dirty="0"/>
              <a:t>7,9</a:t>
            </a:r>
          </a:p>
        </p:txBody>
      </p:sp>
      <p:sp>
        <p:nvSpPr>
          <p:cNvPr id="53" name="Textfeld 52"/>
          <p:cNvSpPr txBox="1"/>
          <p:nvPr userDrawn="1"/>
        </p:nvSpPr>
        <p:spPr>
          <a:xfrm>
            <a:off x="8262018" y="-450233"/>
            <a:ext cx="385107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de-DE" dirty="0"/>
              <a:t>7,1</a:t>
            </a:r>
          </a:p>
        </p:txBody>
      </p:sp>
      <p:sp>
        <p:nvSpPr>
          <p:cNvPr id="54" name="Textfeld 53"/>
          <p:cNvSpPr txBox="1"/>
          <p:nvPr userDrawn="1"/>
        </p:nvSpPr>
        <p:spPr>
          <a:xfrm>
            <a:off x="3540125" y="-406725"/>
            <a:ext cx="385107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de-DE" dirty="0"/>
              <a:t>7,1</a:t>
            </a:r>
          </a:p>
        </p:txBody>
      </p:sp>
      <p:sp>
        <p:nvSpPr>
          <p:cNvPr id="55" name="Textfeld 54"/>
          <p:cNvSpPr txBox="1"/>
          <p:nvPr userDrawn="1"/>
        </p:nvSpPr>
        <p:spPr>
          <a:xfrm>
            <a:off x="4440238" y="-416250"/>
            <a:ext cx="389433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de-DE" dirty="0"/>
              <a:t>4,6</a:t>
            </a:r>
          </a:p>
        </p:txBody>
      </p:sp>
      <p:sp>
        <p:nvSpPr>
          <p:cNvPr id="56" name="Textfeld 55"/>
          <p:cNvSpPr txBox="1"/>
          <p:nvPr userDrawn="1"/>
        </p:nvSpPr>
        <p:spPr>
          <a:xfrm>
            <a:off x="8040688" y="-450233"/>
            <a:ext cx="400491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de-DE" dirty="0"/>
              <a:t>5,4</a:t>
            </a:r>
          </a:p>
        </p:txBody>
      </p:sp>
      <p:sp>
        <p:nvSpPr>
          <p:cNvPr id="57" name="Textfeld 56"/>
          <p:cNvSpPr txBox="1"/>
          <p:nvPr userDrawn="1"/>
        </p:nvSpPr>
        <p:spPr>
          <a:xfrm>
            <a:off x="3761455" y="-406725"/>
            <a:ext cx="385107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de-DE" dirty="0"/>
              <a:t>5,4</a:t>
            </a:r>
          </a:p>
        </p:txBody>
      </p:sp>
      <p:sp>
        <p:nvSpPr>
          <p:cNvPr id="58" name="Textfeld 57"/>
          <p:cNvSpPr txBox="1"/>
          <p:nvPr userDrawn="1"/>
        </p:nvSpPr>
        <p:spPr>
          <a:xfrm>
            <a:off x="8940800" y="-450233"/>
            <a:ext cx="400491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de-DE" dirty="0"/>
              <a:t>7,9</a:t>
            </a:r>
          </a:p>
        </p:txBody>
      </p:sp>
      <p:sp>
        <p:nvSpPr>
          <p:cNvPr id="59" name="Textfeld 58"/>
          <p:cNvSpPr txBox="1"/>
          <p:nvPr userDrawn="1"/>
        </p:nvSpPr>
        <p:spPr>
          <a:xfrm>
            <a:off x="7371836" y="-450233"/>
            <a:ext cx="385107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de-DE" dirty="0"/>
              <a:t>4,6</a:t>
            </a:r>
          </a:p>
        </p:txBody>
      </p:sp>
      <p:sp>
        <p:nvSpPr>
          <p:cNvPr id="60" name="Textfeld 59"/>
          <p:cNvSpPr txBox="1"/>
          <p:nvPr userDrawn="1"/>
        </p:nvSpPr>
        <p:spPr>
          <a:xfrm>
            <a:off x="-779643" y="3644900"/>
            <a:ext cx="335360" cy="2639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DE" dirty="0"/>
              <a:t>0,0</a:t>
            </a:r>
          </a:p>
        </p:txBody>
      </p:sp>
      <p:sp>
        <p:nvSpPr>
          <p:cNvPr id="94" name="Rechteck 93"/>
          <p:cNvSpPr/>
          <p:nvPr userDrawn="1"/>
        </p:nvSpPr>
        <p:spPr>
          <a:xfrm>
            <a:off x="839788" y="7036841"/>
            <a:ext cx="2411412" cy="156101"/>
          </a:xfrm>
          <a:prstGeom prst="rect">
            <a:avLst/>
          </a:prstGeom>
          <a:solidFill>
            <a:srgbClr val="97C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5" name="Rechteck 94"/>
          <p:cNvSpPr/>
          <p:nvPr userDrawn="1"/>
        </p:nvSpPr>
        <p:spPr>
          <a:xfrm>
            <a:off x="3540125" y="7036841"/>
            <a:ext cx="2411412" cy="156101"/>
          </a:xfrm>
          <a:prstGeom prst="rect">
            <a:avLst/>
          </a:prstGeom>
          <a:solidFill>
            <a:srgbClr val="97C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6" name="Rechteck 95"/>
          <p:cNvSpPr/>
          <p:nvPr userDrawn="1"/>
        </p:nvSpPr>
        <p:spPr>
          <a:xfrm>
            <a:off x="6240463" y="7036841"/>
            <a:ext cx="2411411" cy="156101"/>
          </a:xfrm>
          <a:prstGeom prst="rect">
            <a:avLst/>
          </a:prstGeom>
          <a:solidFill>
            <a:srgbClr val="97C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7" name="Rechteck 96"/>
          <p:cNvSpPr/>
          <p:nvPr userDrawn="1"/>
        </p:nvSpPr>
        <p:spPr>
          <a:xfrm>
            <a:off x="8940800" y="7036841"/>
            <a:ext cx="2412999" cy="156101"/>
          </a:xfrm>
          <a:prstGeom prst="rect">
            <a:avLst/>
          </a:prstGeom>
          <a:solidFill>
            <a:srgbClr val="97C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8" name="Rechteck 97"/>
          <p:cNvSpPr/>
          <p:nvPr userDrawn="1"/>
        </p:nvSpPr>
        <p:spPr>
          <a:xfrm>
            <a:off x="839788" y="7232595"/>
            <a:ext cx="3311525" cy="156101"/>
          </a:xfrm>
          <a:prstGeom prst="rect">
            <a:avLst/>
          </a:prstGeom>
          <a:solidFill>
            <a:srgbClr val="97C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9" name="Rechteck 98"/>
          <p:cNvSpPr/>
          <p:nvPr userDrawn="1"/>
        </p:nvSpPr>
        <p:spPr>
          <a:xfrm>
            <a:off x="4440237" y="7232967"/>
            <a:ext cx="3312000" cy="156101"/>
          </a:xfrm>
          <a:prstGeom prst="rect">
            <a:avLst/>
          </a:prstGeom>
          <a:solidFill>
            <a:srgbClr val="97C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0" name="Rechteck 99"/>
          <p:cNvSpPr/>
          <p:nvPr userDrawn="1"/>
        </p:nvSpPr>
        <p:spPr>
          <a:xfrm>
            <a:off x="8040688" y="7232967"/>
            <a:ext cx="3312000" cy="156101"/>
          </a:xfrm>
          <a:prstGeom prst="rect">
            <a:avLst/>
          </a:prstGeom>
          <a:solidFill>
            <a:srgbClr val="97C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Rechteck 3"/>
          <p:cNvSpPr/>
          <p:nvPr userDrawn="1"/>
        </p:nvSpPr>
        <p:spPr>
          <a:xfrm>
            <a:off x="11143413" y="0"/>
            <a:ext cx="208800" cy="1045413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18000" tIns="18000" rIns="18000" bIns="1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A076367C-AB7D-479E-A208-D2465761542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52207" y="1"/>
            <a:ext cx="841253" cy="841253"/>
            <a:chOff x="5757863" y="1597025"/>
            <a:chExt cx="1971675" cy="1971675"/>
          </a:xfrm>
        </p:grpSpPr>
        <p:sp>
          <p:nvSpPr>
            <p:cNvPr id="88" name="AutoShape 61">
              <a:extLst>
                <a:ext uri="{FF2B5EF4-FFF2-40B4-BE49-F238E27FC236}">
                  <a16:creationId xmlns:a16="http://schemas.microsoft.com/office/drawing/2014/main" id="{021B169B-3729-4188-95EC-DF427B093B3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757863" y="1597025"/>
              <a:ext cx="1971675" cy="197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Rectangle 63">
              <a:extLst>
                <a:ext uri="{FF2B5EF4-FFF2-40B4-BE49-F238E27FC236}">
                  <a16:creationId xmlns:a16="http://schemas.microsoft.com/office/drawing/2014/main" id="{DD3B038C-AB66-4A83-B4D7-6C3B1E091C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57863" y="1597025"/>
              <a:ext cx="1971675" cy="1971675"/>
            </a:xfrm>
            <a:prstGeom prst="rect">
              <a:avLst/>
            </a:prstGeom>
            <a:solidFill>
              <a:srgbClr val="97C13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64">
              <a:extLst>
                <a:ext uri="{FF2B5EF4-FFF2-40B4-BE49-F238E27FC236}">
                  <a16:creationId xmlns:a16="http://schemas.microsoft.com/office/drawing/2014/main" id="{A3EC7AD9-EFD9-4A37-9183-4C02724C53E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865813" y="1795463"/>
              <a:ext cx="1785938" cy="576263"/>
            </a:xfrm>
            <a:custGeom>
              <a:avLst/>
              <a:gdLst>
                <a:gd name="T0" fmla="*/ 880 w 4944"/>
                <a:gd name="T1" fmla="*/ 41 h 1592"/>
                <a:gd name="T2" fmla="*/ 0 w 4944"/>
                <a:gd name="T3" fmla="*/ 1553 h 1592"/>
                <a:gd name="T4" fmla="*/ 396 w 4944"/>
                <a:gd name="T5" fmla="*/ 960 h 1592"/>
                <a:gd name="T6" fmla="*/ 832 w 4944"/>
                <a:gd name="T7" fmla="*/ 628 h 1592"/>
                <a:gd name="T8" fmla="*/ 396 w 4944"/>
                <a:gd name="T9" fmla="*/ 376 h 1592"/>
                <a:gd name="T10" fmla="*/ 1923 w 4944"/>
                <a:gd name="T11" fmla="*/ 1290 h 1592"/>
                <a:gd name="T12" fmla="*/ 2448 w 4944"/>
                <a:gd name="T13" fmla="*/ 1553 h 1592"/>
                <a:gd name="T14" fmla="*/ 1437 w 4944"/>
                <a:gd name="T15" fmla="*/ 41 h 1592"/>
                <a:gd name="T16" fmla="*/ 1272 w 4944"/>
                <a:gd name="T17" fmla="*/ 1553 h 1592"/>
                <a:gd name="T18" fmla="*/ 1923 w 4944"/>
                <a:gd name="T19" fmla="*/ 1290 h 1592"/>
                <a:gd name="T20" fmla="*/ 1488 w 4944"/>
                <a:gd name="T21" fmla="*/ 990 h 1592"/>
                <a:gd name="T22" fmla="*/ 1655 w 4944"/>
                <a:gd name="T23" fmla="*/ 509 h 1592"/>
                <a:gd name="T24" fmla="*/ 2572 w 4944"/>
                <a:gd name="T25" fmla="*/ 1553 h 1592"/>
                <a:gd name="T26" fmla="*/ 2968 w 4944"/>
                <a:gd name="T27" fmla="*/ 1052 h 1592"/>
                <a:gd name="T28" fmla="*/ 3489 w 4944"/>
                <a:gd name="T29" fmla="*/ 999 h 1592"/>
                <a:gd name="T30" fmla="*/ 3734 w 4944"/>
                <a:gd name="T31" fmla="*/ 538 h 1592"/>
                <a:gd name="T32" fmla="*/ 3580 w 4944"/>
                <a:gd name="T33" fmla="*/ 163 h 1592"/>
                <a:gd name="T34" fmla="*/ 3179 w 4944"/>
                <a:gd name="T35" fmla="*/ 41 h 1592"/>
                <a:gd name="T36" fmla="*/ 2572 w 4944"/>
                <a:gd name="T37" fmla="*/ 1553 h 1592"/>
                <a:gd name="T38" fmla="*/ 3035 w 4944"/>
                <a:gd name="T39" fmla="*/ 357 h 1592"/>
                <a:gd name="T40" fmla="*/ 3237 w 4944"/>
                <a:gd name="T41" fmla="*/ 382 h 1592"/>
                <a:gd name="T42" fmla="*/ 3324 w 4944"/>
                <a:gd name="T43" fmla="*/ 552 h 1592"/>
                <a:gd name="T44" fmla="*/ 3232 w 4944"/>
                <a:gd name="T45" fmla="*/ 713 h 1592"/>
                <a:gd name="T46" fmla="*/ 3035 w 4944"/>
                <a:gd name="T47" fmla="*/ 736 h 1592"/>
                <a:gd name="T48" fmla="*/ 2968 w 4944"/>
                <a:gd name="T49" fmla="*/ 357 h 1592"/>
                <a:gd name="T50" fmla="*/ 4733 w 4944"/>
                <a:gd name="T51" fmla="*/ 60 h 1592"/>
                <a:gd name="T52" fmla="*/ 4403 w 4944"/>
                <a:gd name="T53" fmla="*/ 0 h 1592"/>
                <a:gd name="T54" fmla="*/ 4025 w 4944"/>
                <a:gd name="T55" fmla="*/ 140 h 1592"/>
                <a:gd name="T56" fmla="*/ 3878 w 4944"/>
                <a:gd name="T57" fmla="*/ 509 h 1592"/>
                <a:gd name="T58" fmla="*/ 3952 w 4944"/>
                <a:gd name="T59" fmla="*/ 766 h 1592"/>
                <a:gd name="T60" fmla="*/ 4151 w 4944"/>
                <a:gd name="T61" fmla="*/ 894 h 1592"/>
                <a:gd name="T62" fmla="*/ 4346 w 4944"/>
                <a:gd name="T63" fmla="*/ 953 h 1592"/>
                <a:gd name="T64" fmla="*/ 4472 w 4944"/>
                <a:gd name="T65" fmla="*/ 1008 h 1592"/>
                <a:gd name="T66" fmla="*/ 4531 w 4944"/>
                <a:gd name="T67" fmla="*/ 1109 h 1592"/>
                <a:gd name="T68" fmla="*/ 4472 w 4944"/>
                <a:gd name="T69" fmla="*/ 1224 h 1592"/>
                <a:gd name="T70" fmla="*/ 4339 w 4944"/>
                <a:gd name="T71" fmla="*/ 1260 h 1592"/>
                <a:gd name="T72" fmla="*/ 4092 w 4944"/>
                <a:gd name="T73" fmla="*/ 1185 h 1592"/>
                <a:gd name="T74" fmla="*/ 3814 w 4944"/>
                <a:gd name="T75" fmla="*/ 1420 h 1592"/>
                <a:gd name="T76" fmla="*/ 4163 w 4944"/>
                <a:gd name="T77" fmla="*/ 1572 h 1592"/>
                <a:gd name="T78" fmla="*/ 4506 w 4944"/>
                <a:gd name="T79" fmla="*/ 1579 h 1592"/>
                <a:gd name="T80" fmla="*/ 4786 w 4944"/>
                <a:gd name="T81" fmla="*/ 1450 h 1592"/>
                <a:gd name="T82" fmla="*/ 4931 w 4944"/>
                <a:gd name="T83" fmla="*/ 1194 h 1592"/>
                <a:gd name="T84" fmla="*/ 4917 w 4944"/>
                <a:gd name="T85" fmla="*/ 885 h 1592"/>
                <a:gd name="T86" fmla="*/ 4717 w 4944"/>
                <a:gd name="T87" fmla="*/ 688 h 1592"/>
                <a:gd name="T88" fmla="*/ 4467 w 4944"/>
                <a:gd name="T89" fmla="*/ 600 h 1592"/>
                <a:gd name="T90" fmla="*/ 4353 w 4944"/>
                <a:gd name="T91" fmla="*/ 555 h 1592"/>
                <a:gd name="T92" fmla="*/ 4291 w 4944"/>
                <a:gd name="T93" fmla="*/ 456 h 1592"/>
                <a:gd name="T94" fmla="*/ 4346 w 4944"/>
                <a:gd name="T95" fmla="*/ 362 h 1592"/>
                <a:gd name="T96" fmla="*/ 4460 w 4944"/>
                <a:gd name="T97" fmla="*/ 330 h 1592"/>
                <a:gd name="T98" fmla="*/ 4724 w 4944"/>
                <a:gd name="T99" fmla="*/ 431 h 1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944" h="1592">
                  <a:moveTo>
                    <a:pt x="880" y="376"/>
                  </a:moveTo>
                  <a:lnTo>
                    <a:pt x="880" y="41"/>
                  </a:lnTo>
                  <a:lnTo>
                    <a:pt x="0" y="41"/>
                  </a:lnTo>
                  <a:lnTo>
                    <a:pt x="0" y="1553"/>
                  </a:lnTo>
                  <a:lnTo>
                    <a:pt x="396" y="1553"/>
                  </a:lnTo>
                  <a:lnTo>
                    <a:pt x="396" y="960"/>
                  </a:lnTo>
                  <a:lnTo>
                    <a:pt x="832" y="960"/>
                  </a:lnTo>
                  <a:lnTo>
                    <a:pt x="832" y="628"/>
                  </a:lnTo>
                  <a:lnTo>
                    <a:pt x="396" y="628"/>
                  </a:lnTo>
                  <a:lnTo>
                    <a:pt x="396" y="376"/>
                  </a:lnTo>
                  <a:lnTo>
                    <a:pt x="880" y="376"/>
                  </a:lnTo>
                  <a:close/>
                  <a:moveTo>
                    <a:pt x="1923" y="1290"/>
                  </a:moveTo>
                  <a:lnTo>
                    <a:pt x="2026" y="1553"/>
                  </a:lnTo>
                  <a:lnTo>
                    <a:pt x="2448" y="1553"/>
                  </a:lnTo>
                  <a:lnTo>
                    <a:pt x="1873" y="41"/>
                  </a:lnTo>
                  <a:lnTo>
                    <a:pt x="1437" y="41"/>
                  </a:lnTo>
                  <a:lnTo>
                    <a:pt x="851" y="1553"/>
                  </a:lnTo>
                  <a:lnTo>
                    <a:pt x="1272" y="1553"/>
                  </a:lnTo>
                  <a:lnTo>
                    <a:pt x="1378" y="1290"/>
                  </a:lnTo>
                  <a:lnTo>
                    <a:pt x="1923" y="1290"/>
                  </a:lnTo>
                  <a:close/>
                  <a:moveTo>
                    <a:pt x="1818" y="990"/>
                  </a:moveTo>
                  <a:lnTo>
                    <a:pt x="1488" y="990"/>
                  </a:lnTo>
                  <a:lnTo>
                    <a:pt x="1653" y="509"/>
                  </a:lnTo>
                  <a:lnTo>
                    <a:pt x="1655" y="509"/>
                  </a:lnTo>
                  <a:lnTo>
                    <a:pt x="1818" y="990"/>
                  </a:lnTo>
                  <a:close/>
                  <a:moveTo>
                    <a:pt x="2572" y="1553"/>
                  </a:moveTo>
                  <a:lnTo>
                    <a:pt x="2968" y="1553"/>
                  </a:lnTo>
                  <a:lnTo>
                    <a:pt x="2968" y="1052"/>
                  </a:lnTo>
                  <a:lnTo>
                    <a:pt x="3193" y="1052"/>
                  </a:lnTo>
                  <a:cubicBezTo>
                    <a:pt x="3310" y="1054"/>
                    <a:pt x="3409" y="1034"/>
                    <a:pt x="3489" y="999"/>
                  </a:cubicBezTo>
                  <a:cubicBezTo>
                    <a:pt x="3569" y="963"/>
                    <a:pt x="3631" y="908"/>
                    <a:pt x="3672" y="832"/>
                  </a:cubicBezTo>
                  <a:cubicBezTo>
                    <a:pt x="3713" y="754"/>
                    <a:pt x="3734" y="658"/>
                    <a:pt x="3734" y="538"/>
                  </a:cubicBezTo>
                  <a:cubicBezTo>
                    <a:pt x="3734" y="451"/>
                    <a:pt x="3722" y="376"/>
                    <a:pt x="3695" y="314"/>
                  </a:cubicBezTo>
                  <a:cubicBezTo>
                    <a:pt x="3670" y="254"/>
                    <a:pt x="3628" y="199"/>
                    <a:pt x="3580" y="163"/>
                  </a:cubicBezTo>
                  <a:cubicBezTo>
                    <a:pt x="3532" y="119"/>
                    <a:pt x="3473" y="92"/>
                    <a:pt x="3404" y="71"/>
                  </a:cubicBezTo>
                  <a:cubicBezTo>
                    <a:pt x="3338" y="50"/>
                    <a:pt x="3262" y="41"/>
                    <a:pt x="3179" y="41"/>
                  </a:cubicBezTo>
                  <a:lnTo>
                    <a:pt x="2572" y="41"/>
                  </a:lnTo>
                  <a:lnTo>
                    <a:pt x="2572" y="1553"/>
                  </a:lnTo>
                  <a:close/>
                  <a:moveTo>
                    <a:pt x="2968" y="357"/>
                  </a:moveTo>
                  <a:lnTo>
                    <a:pt x="3035" y="357"/>
                  </a:lnTo>
                  <a:cubicBezTo>
                    <a:pt x="3074" y="357"/>
                    <a:pt x="3111" y="360"/>
                    <a:pt x="3145" y="362"/>
                  </a:cubicBezTo>
                  <a:cubicBezTo>
                    <a:pt x="3179" y="364"/>
                    <a:pt x="3212" y="373"/>
                    <a:pt x="3237" y="382"/>
                  </a:cubicBezTo>
                  <a:cubicBezTo>
                    <a:pt x="3262" y="394"/>
                    <a:pt x="3283" y="412"/>
                    <a:pt x="3299" y="442"/>
                  </a:cubicBezTo>
                  <a:cubicBezTo>
                    <a:pt x="3315" y="467"/>
                    <a:pt x="3319" y="504"/>
                    <a:pt x="3324" y="552"/>
                  </a:cubicBezTo>
                  <a:cubicBezTo>
                    <a:pt x="3319" y="598"/>
                    <a:pt x="3315" y="632"/>
                    <a:pt x="3296" y="658"/>
                  </a:cubicBezTo>
                  <a:cubicBezTo>
                    <a:pt x="3280" y="683"/>
                    <a:pt x="3260" y="701"/>
                    <a:pt x="3232" y="713"/>
                  </a:cubicBezTo>
                  <a:cubicBezTo>
                    <a:pt x="3205" y="724"/>
                    <a:pt x="3175" y="729"/>
                    <a:pt x="3140" y="733"/>
                  </a:cubicBezTo>
                  <a:cubicBezTo>
                    <a:pt x="3106" y="736"/>
                    <a:pt x="3072" y="736"/>
                    <a:pt x="3035" y="736"/>
                  </a:cubicBezTo>
                  <a:lnTo>
                    <a:pt x="2968" y="736"/>
                  </a:lnTo>
                  <a:lnTo>
                    <a:pt x="2968" y="357"/>
                  </a:lnTo>
                  <a:close/>
                  <a:moveTo>
                    <a:pt x="4880" y="126"/>
                  </a:moveTo>
                  <a:cubicBezTo>
                    <a:pt x="4837" y="101"/>
                    <a:pt x="4786" y="78"/>
                    <a:pt x="4733" y="60"/>
                  </a:cubicBezTo>
                  <a:cubicBezTo>
                    <a:pt x="4678" y="41"/>
                    <a:pt x="4623" y="25"/>
                    <a:pt x="4566" y="16"/>
                  </a:cubicBezTo>
                  <a:cubicBezTo>
                    <a:pt x="4508" y="7"/>
                    <a:pt x="4456" y="0"/>
                    <a:pt x="4403" y="0"/>
                  </a:cubicBezTo>
                  <a:cubicBezTo>
                    <a:pt x="4325" y="0"/>
                    <a:pt x="4257" y="14"/>
                    <a:pt x="4193" y="39"/>
                  </a:cubicBezTo>
                  <a:cubicBezTo>
                    <a:pt x="4128" y="62"/>
                    <a:pt x="4071" y="94"/>
                    <a:pt x="4025" y="140"/>
                  </a:cubicBezTo>
                  <a:cubicBezTo>
                    <a:pt x="3979" y="185"/>
                    <a:pt x="3943" y="238"/>
                    <a:pt x="3917" y="300"/>
                  </a:cubicBezTo>
                  <a:cubicBezTo>
                    <a:pt x="3890" y="362"/>
                    <a:pt x="3878" y="433"/>
                    <a:pt x="3878" y="509"/>
                  </a:cubicBezTo>
                  <a:cubicBezTo>
                    <a:pt x="3878" y="566"/>
                    <a:pt x="3883" y="619"/>
                    <a:pt x="3897" y="658"/>
                  </a:cubicBezTo>
                  <a:cubicBezTo>
                    <a:pt x="3908" y="701"/>
                    <a:pt x="3927" y="736"/>
                    <a:pt x="3952" y="766"/>
                  </a:cubicBezTo>
                  <a:cubicBezTo>
                    <a:pt x="3975" y="795"/>
                    <a:pt x="4002" y="821"/>
                    <a:pt x="4037" y="841"/>
                  </a:cubicBezTo>
                  <a:cubicBezTo>
                    <a:pt x="4069" y="860"/>
                    <a:pt x="4108" y="878"/>
                    <a:pt x="4151" y="894"/>
                  </a:cubicBezTo>
                  <a:cubicBezTo>
                    <a:pt x="4195" y="908"/>
                    <a:pt x="4241" y="921"/>
                    <a:pt x="4291" y="937"/>
                  </a:cubicBezTo>
                  <a:cubicBezTo>
                    <a:pt x="4307" y="940"/>
                    <a:pt x="4325" y="947"/>
                    <a:pt x="4346" y="953"/>
                  </a:cubicBezTo>
                  <a:cubicBezTo>
                    <a:pt x="4369" y="960"/>
                    <a:pt x="4392" y="965"/>
                    <a:pt x="4412" y="974"/>
                  </a:cubicBezTo>
                  <a:cubicBezTo>
                    <a:pt x="4435" y="983"/>
                    <a:pt x="4454" y="995"/>
                    <a:pt x="4472" y="1008"/>
                  </a:cubicBezTo>
                  <a:cubicBezTo>
                    <a:pt x="4488" y="1020"/>
                    <a:pt x="4502" y="1034"/>
                    <a:pt x="4513" y="1052"/>
                  </a:cubicBezTo>
                  <a:cubicBezTo>
                    <a:pt x="4525" y="1066"/>
                    <a:pt x="4531" y="1086"/>
                    <a:pt x="4531" y="1109"/>
                  </a:cubicBezTo>
                  <a:cubicBezTo>
                    <a:pt x="4531" y="1134"/>
                    <a:pt x="4525" y="1157"/>
                    <a:pt x="4513" y="1178"/>
                  </a:cubicBezTo>
                  <a:cubicBezTo>
                    <a:pt x="4502" y="1196"/>
                    <a:pt x="4488" y="1212"/>
                    <a:pt x="4472" y="1224"/>
                  </a:cubicBezTo>
                  <a:cubicBezTo>
                    <a:pt x="4451" y="1237"/>
                    <a:pt x="4431" y="1244"/>
                    <a:pt x="4408" y="1251"/>
                  </a:cubicBezTo>
                  <a:cubicBezTo>
                    <a:pt x="4385" y="1258"/>
                    <a:pt x="4362" y="1260"/>
                    <a:pt x="4339" y="1260"/>
                  </a:cubicBezTo>
                  <a:cubicBezTo>
                    <a:pt x="4293" y="1260"/>
                    <a:pt x="4250" y="1253"/>
                    <a:pt x="4211" y="1240"/>
                  </a:cubicBezTo>
                  <a:cubicBezTo>
                    <a:pt x="4167" y="1224"/>
                    <a:pt x="4128" y="1208"/>
                    <a:pt x="4092" y="1185"/>
                  </a:cubicBezTo>
                  <a:cubicBezTo>
                    <a:pt x="4055" y="1159"/>
                    <a:pt x="4021" y="1132"/>
                    <a:pt x="3984" y="1105"/>
                  </a:cubicBezTo>
                  <a:lnTo>
                    <a:pt x="3814" y="1420"/>
                  </a:lnTo>
                  <a:cubicBezTo>
                    <a:pt x="3869" y="1457"/>
                    <a:pt x="3922" y="1489"/>
                    <a:pt x="3982" y="1514"/>
                  </a:cubicBezTo>
                  <a:cubicBezTo>
                    <a:pt x="4039" y="1540"/>
                    <a:pt x="4099" y="1560"/>
                    <a:pt x="4163" y="1572"/>
                  </a:cubicBezTo>
                  <a:cubicBezTo>
                    <a:pt x="4225" y="1588"/>
                    <a:pt x="4291" y="1592"/>
                    <a:pt x="4353" y="1592"/>
                  </a:cubicBezTo>
                  <a:cubicBezTo>
                    <a:pt x="4403" y="1592"/>
                    <a:pt x="4456" y="1590"/>
                    <a:pt x="4506" y="1579"/>
                  </a:cubicBezTo>
                  <a:cubicBezTo>
                    <a:pt x="4559" y="1570"/>
                    <a:pt x="4609" y="1553"/>
                    <a:pt x="4655" y="1531"/>
                  </a:cubicBezTo>
                  <a:cubicBezTo>
                    <a:pt x="4704" y="1512"/>
                    <a:pt x="4747" y="1485"/>
                    <a:pt x="4786" y="1450"/>
                  </a:cubicBezTo>
                  <a:cubicBezTo>
                    <a:pt x="4827" y="1416"/>
                    <a:pt x="4860" y="1379"/>
                    <a:pt x="4880" y="1333"/>
                  </a:cubicBezTo>
                  <a:cubicBezTo>
                    <a:pt x="4905" y="1290"/>
                    <a:pt x="4922" y="1244"/>
                    <a:pt x="4931" y="1194"/>
                  </a:cubicBezTo>
                  <a:cubicBezTo>
                    <a:pt x="4942" y="1146"/>
                    <a:pt x="4944" y="1095"/>
                    <a:pt x="4944" y="1045"/>
                  </a:cubicBezTo>
                  <a:cubicBezTo>
                    <a:pt x="4944" y="983"/>
                    <a:pt x="4935" y="931"/>
                    <a:pt x="4917" y="885"/>
                  </a:cubicBezTo>
                  <a:cubicBezTo>
                    <a:pt x="4896" y="841"/>
                    <a:pt x="4871" y="802"/>
                    <a:pt x="4837" y="770"/>
                  </a:cubicBezTo>
                  <a:cubicBezTo>
                    <a:pt x="4802" y="738"/>
                    <a:pt x="4763" y="710"/>
                    <a:pt x="4717" y="688"/>
                  </a:cubicBezTo>
                  <a:cubicBezTo>
                    <a:pt x="4671" y="665"/>
                    <a:pt x="4623" y="646"/>
                    <a:pt x="4568" y="632"/>
                  </a:cubicBezTo>
                  <a:lnTo>
                    <a:pt x="4467" y="600"/>
                  </a:lnTo>
                  <a:cubicBezTo>
                    <a:pt x="4449" y="598"/>
                    <a:pt x="4428" y="589"/>
                    <a:pt x="4410" y="582"/>
                  </a:cubicBezTo>
                  <a:cubicBezTo>
                    <a:pt x="4389" y="573"/>
                    <a:pt x="4369" y="564"/>
                    <a:pt x="4353" y="555"/>
                  </a:cubicBezTo>
                  <a:cubicBezTo>
                    <a:pt x="4334" y="543"/>
                    <a:pt x="4321" y="529"/>
                    <a:pt x="4309" y="513"/>
                  </a:cubicBezTo>
                  <a:cubicBezTo>
                    <a:pt x="4296" y="497"/>
                    <a:pt x="4291" y="479"/>
                    <a:pt x="4291" y="456"/>
                  </a:cubicBezTo>
                  <a:cubicBezTo>
                    <a:pt x="4291" y="438"/>
                    <a:pt x="4296" y="417"/>
                    <a:pt x="4307" y="399"/>
                  </a:cubicBezTo>
                  <a:cubicBezTo>
                    <a:pt x="4318" y="385"/>
                    <a:pt x="4330" y="373"/>
                    <a:pt x="4346" y="362"/>
                  </a:cubicBezTo>
                  <a:cubicBezTo>
                    <a:pt x="4367" y="353"/>
                    <a:pt x="4383" y="343"/>
                    <a:pt x="4403" y="339"/>
                  </a:cubicBezTo>
                  <a:cubicBezTo>
                    <a:pt x="4424" y="332"/>
                    <a:pt x="4442" y="330"/>
                    <a:pt x="4460" y="330"/>
                  </a:cubicBezTo>
                  <a:cubicBezTo>
                    <a:pt x="4508" y="330"/>
                    <a:pt x="4557" y="341"/>
                    <a:pt x="4600" y="357"/>
                  </a:cubicBezTo>
                  <a:cubicBezTo>
                    <a:pt x="4646" y="376"/>
                    <a:pt x="4685" y="399"/>
                    <a:pt x="4724" y="431"/>
                  </a:cubicBezTo>
                  <a:lnTo>
                    <a:pt x="4880" y="1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6" name="Rechteck 125"/>
          <p:cNvSpPr/>
          <p:nvPr userDrawn="1"/>
        </p:nvSpPr>
        <p:spPr>
          <a:xfrm>
            <a:off x="11143412" y="836613"/>
            <a:ext cx="1048586" cy="2088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" tIns="18000" rIns="18000" bIns="1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r>
              <a:rPr lang="de-DE" dirty="0">
                <a:solidFill>
                  <a:schemeClr val="tx1"/>
                </a:solidFill>
              </a:rPr>
              <a:t>Zone</a:t>
            </a:r>
          </a:p>
        </p:txBody>
      </p:sp>
      <p:sp>
        <p:nvSpPr>
          <p:cNvPr id="194" name="Freihandform 193"/>
          <p:cNvSpPr/>
          <p:nvPr userDrawn="1"/>
        </p:nvSpPr>
        <p:spPr>
          <a:xfrm>
            <a:off x="6454578" y="4290979"/>
            <a:ext cx="3142960" cy="1874865"/>
          </a:xfrm>
          <a:custGeom>
            <a:avLst/>
            <a:gdLst>
              <a:gd name="connsiteX0" fmla="*/ 0 w 3142960"/>
              <a:gd name="connsiteY0" fmla="*/ 0 h 1874865"/>
              <a:gd name="connsiteX1" fmla="*/ 3142960 w 3142960"/>
              <a:gd name="connsiteY1" fmla="*/ 0 h 1874865"/>
              <a:gd name="connsiteX2" fmla="*/ 3142960 w 3142960"/>
              <a:gd name="connsiteY2" fmla="*/ 1718404 h 1874865"/>
              <a:gd name="connsiteX3" fmla="*/ 2450159 w 3142960"/>
              <a:gd name="connsiteY3" fmla="*/ 1718404 h 1874865"/>
              <a:gd name="connsiteX4" fmla="*/ 2294991 w 3142960"/>
              <a:gd name="connsiteY4" fmla="*/ 1874865 h 1874865"/>
              <a:gd name="connsiteX5" fmla="*/ 0 w 3142960"/>
              <a:gd name="connsiteY5" fmla="*/ 1874865 h 1874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42960" h="1874865">
                <a:moveTo>
                  <a:pt x="0" y="0"/>
                </a:moveTo>
                <a:lnTo>
                  <a:pt x="3142960" y="0"/>
                </a:lnTo>
                <a:lnTo>
                  <a:pt x="3142960" y="1718404"/>
                </a:lnTo>
                <a:lnTo>
                  <a:pt x="2450159" y="1718404"/>
                </a:lnTo>
                <a:lnTo>
                  <a:pt x="2294991" y="1874865"/>
                </a:lnTo>
                <a:lnTo>
                  <a:pt x="0" y="1874865"/>
                </a:lnTo>
                <a:close/>
              </a:path>
            </a:pathLst>
          </a:custGeom>
          <a:solidFill>
            <a:srgbClr val="D1D9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de-DE" sz="1400" dirty="0">
                <a:solidFill>
                  <a:schemeClr val="tx1"/>
                </a:solidFill>
              </a:rPr>
              <a:t>Änderung </a:t>
            </a:r>
            <a:r>
              <a:rPr lang="de-DE" sz="1400" baseline="0" dirty="0">
                <a:solidFill>
                  <a:schemeClr val="tx1"/>
                </a:solidFill>
              </a:rPr>
              <a:t>Folienlayout</a:t>
            </a:r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98" name="Freihandform 197"/>
          <p:cNvSpPr/>
          <p:nvPr userDrawn="1"/>
        </p:nvSpPr>
        <p:spPr>
          <a:xfrm>
            <a:off x="9674964" y="4290978"/>
            <a:ext cx="1529999" cy="1718405"/>
          </a:xfrm>
          <a:custGeom>
            <a:avLst/>
            <a:gdLst>
              <a:gd name="connsiteX0" fmla="*/ 73034 w 1529999"/>
              <a:gd name="connsiteY0" fmla="*/ 1 h 1718405"/>
              <a:gd name="connsiteX1" fmla="*/ 1529999 w 1529999"/>
              <a:gd name="connsiteY1" fmla="*/ 1 h 1718405"/>
              <a:gd name="connsiteX2" fmla="*/ 1529999 w 1529999"/>
              <a:gd name="connsiteY2" fmla="*/ 1614533 h 1718405"/>
              <a:gd name="connsiteX3" fmla="*/ 1425886 w 1529999"/>
              <a:gd name="connsiteY3" fmla="*/ 1718405 h 1718405"/>
              <a:gd name="connsiteX4" fmla="*/ 73033 w 1529999"/>
              <a:gd name="connsiteY4" fmla="*/ 1718405 h 1718405"/>
              <a:gd name="connsiteX5" fmla="*/ 73033 w 1529999"/>
              <a:gd name="connsiteY5" fmla="*/ 1718404 h 1718405"/>
              <a:gd name="connsiteX6" fmla="*/ 73034 w 1529999"/>
              <a:gd name="connsiteY6" fmla="*/ 1718404 h 1718405"/>
              <a:gd name="connsiteX7" fmla="*/ 0 w 1529999"/>
              <a:gd name="connsiteY7" fmla="*/ 0 h 1718405"/>
              <a:gd name="connsiteX8" fmla="*/ 73034 w 1529999"/>
              <a:gd name="connsiteY8" fmla="*/ 0 h 1718405"/>
              <a:gd name="connsiteX9" fmla="*/ 73034 w 1529999"/>
              <a:gd name="connsiteY9" fmla="*/ 1 h 1718405"/>
              <a:gd name="connsiteX10" fmla="*/ 73033 w 1529999"/>
              <a:gd name="connsiteY10" fmla="*/ 1 h 1718405"/>
              <a:gd name="connsiteX11" fmla="*/ 73033 w 1529999"/>
              <a:gd name="connsiteY11" fmla="*/ 1718404 h 1718405"/>
              <a:gd name="connsiteX12" fmla="*/ 0 w 1529999"/>
              <a:gd name="connsiteY12" fmla="*/ 1718404 h 1718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29999" h="1718405">
                <a:moveTo>
                  <a:pt x="73034" y="1"/>
                </a:moveTo>
                <a:lnTo>
                  <a:pt x="1529999" y="1"/>
                </a:lnTo>
                <a:lnTo>
                  <a:pt x="1529999" y="1614533"/>
                </a:lnTo>
                <a:lnTo>
                  <a:pt x="1425886" y="1718405"/>
                </a:lnTo>
                <a:lnTo>
                  <a:pt x="73033" y="1718405"/>
                </a:lnTo>
                <a:lnTo>
                  <a:pt x="73033" y="1718404"/>
                </a:lnTo>
                <a:lnTo>
                  <a:pt x="73034" y="1718404"/>
                </a:lnTo>
                <a:close/>
                <a:moveTo>
                  <a:pt x="0" y="0"/>
                </a:moveTo>
                <a:lnTo>
                  <a:pt x="73034" y="0"/>
                </a:lnTo>
                <a:lnTo>
                  <a:pt x="73034" y="1"/>
                </a:lnTo>
                <a:lnTo>
                  <a:pt x="73033" y="1"/>
                </a:lnTo>
                <a:lnTo>
                  <a:pt x="73033" y="1718404"/>
                </a:lnTo>
                <a:lnTo>
                  <a:pt x="0" y="1718404"/>
                </a:lnTo>
                <a:close/>
              </a:path>
            </a:pathLst>
          </a:custGeom>
          <a:solidFill>
            <a:srgbClr val="D1D9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Keine Nutzung</a:t>
            </a:r>
            <a:r>
              <a:rPr lang="de-DE" sz="1400" baseline="0" dirty="0">
                <a:solidFill>
                  <a:schemeClr val="tx1"/>
                </a:solidFill>
              </a:rPr>
              <a:t> </a:t>
            </a:r>
            <a:br>
              <a:rPr lang="de-DE" sz="1400" baseline="0" dirty="0">
                <a:solidFill>
                  <a:schemeClr val="tx1"/>
                </a:solidFill>
              </a:rPr>
            </a:br>
            <a:r>
              <a:rPr lang="de-DE" sz="1400" baseline="0" dirty="0">
                <a:solidFill>
                  <a:schemeClr val="tx1"/>
                </a:solidFill>
              </a:rPr>
              <a:t>von Konturen</a:t>
            </a:r>
            <a:endParaRPr lang="de-DE" sz="1400" dirty="0">
              <a:solidFill>
                <a:schemeClr val="tx1"/>
              </a:solidFill>
            </a:endParaRPr>
          </a:p>
        </p:txBody>
      </p:sp>
      <p:pic>
        <p:nvPicPr>
          <p:cNvPr id="86" name="Grafik 85"/>
          <p:cNvPicPr>
            <a:picLocks noChangeAspect="1"/>
          </p:cNvPicPr>
          <p:nvPr userDrawn="1"/>
        </p:nvPicPr>
        <p:blipFill rotWithShape="1">
          <a:blip r:embed="rId2"/>
          <a:srcRect l="-413" t="-391" r="64380" b="35617"/>
          <a:stretch/>
        </p:blipFill>
        <p:spPr>
          <a:xfrm>
            <a:off x="6523392" y="4362980"/>
            <a:ext cx="902660" cy="1730865"/>
          </a:xfrm>
          <a:prstGeom prst="rect">
            <a:avLst/>
          </a:prstGeom>
        </p:spPr>
      </p:pic>
      <p:sp>
        <p:nvSpPr>
          <p:cNvPr id="89" name="Rechteck 88"/>
          <p:cNvSpPr/>
          <p:nvPr userDrawn="1"/>
        </p:nvSpPr>
        <p:spPr>
          <a:xfrm>
            <a:off x="983657" y="4290980"/>
            <a:ext cx="5396096" cy="1874865"/>
          </a:xfrm>
          <a:prstGeom prst="rect">
            <a:avLst/>
          </a:prstGeom>
          <a:solidFill>
            <a:srgbClr val="D1D9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99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 sz="1400" dirty="0">
              <a:solidFill>
                <a:schemeClr val="tx1"/>
              </a:solidFill>
            </a:endParaRPr>
          </a:p>
        </p:txBody>
      </p:sp>
      <p:grpSp>
        <p:nvGrpSpPr>
          <p:cNvPr id="90" name="Gruppieren 89"/>
          <p:cNvGrpSpPr/>
          <p:nvPr userDrawn="1"/>
        </p:nvGrpSpPr>
        <p:grpSpPr>
          <a:xfrm>
            <a:off x="1056653" y="5056232"/>
            <a:ext cx="684077" cy="1037613"/>
            <a:chOff x="6857667" y="5091438"/>
            <a:chExt cx="684077" cy="1037613"/>
          </a:xfrm>
        </p:grpSpPr>
        <p:pic>
          <p:nvPicPr>
            <p:cNvPr id="92" name="Grafik 91"/>
            <p:cNvPicPr>
              <a:picLocks noChangeAspect="1"/>
            </p:cNvPicPr>
            <p:nvPr userDrawn="1"/>
          </p:nvPicPr>
          <p:blipFill rotWithShape="1">
            <a:blip r:embed="rId3"/>
            <a:srcRect l="2497" t="18212" r="6605"/>
            <a:stretch/>
          </p:blipFill>
          <p:spPr>
            <a:xfrm>
              <a:off x="6857667" y="5091438"/>
              <a:ext cx="684076" cy="210367"/>
            </a:xfrm>
            <a:prstGeom prst="rect">
              <a:avLst/>
            </a:prstGeom>
          </p:spPr>
        </p:pic>
        <p:pic>
          <p:nvPicPr>
            <p:cNvPr id="93" name="Grafik 9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6857668" y="5340624"/>
              <a:ext cx="684076" cy="788427"/>
            </a:xfrm>
            <a:prstGeom prst="rect">
              <a:avLst/>
            </a:prstGeom>
          </p:spPr>
        </p:pic>
      </p:grpSp>
      <p:grpSp>
        <p:nvGrpSpPr>
          <p:cNvPr id="45" name="Gruppieren 44"/>
          <p:cNvGrpSpPr/>
          <p:nvPr userDrawn="1"/>
        </p:nvGrpSpPr>
        <p:grpSpPr>
          <a:xfrm>
            <a:off x="983657" y="1410980"/>
            <a:ext cx="1800000" cy="2808000"/>
            <a:chOff x="839788" y="1269171"/>
            <a:chExt cx="1800000" cy="2808000"/>
          </a:xfrm>
        </p:grpSpPr>
        <p:sp>
          <p:nvSpPr>
            <p:cNvPr id="67" name="Rechteck 66"/>
            <p:cNvSpPr/>
            <p:nvPr userDrawn="1"/>
          </p:nvSpPr>
          <p:spPr>
            <a:xfrm>
              <a:off x="839788" y="1269171"/>
              <a:ext cx="1800000" cy="2808000"/>
            </a:xfrm>
            <a:prstGeom prst="rect">
              <a:avLst/>
            </a:prstGeom>
            <a:solidFill>
              <a:srgbClr val="D1D9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Keine Nutzung der Designfarben-Stufung</a:t>
              </a:r>
            </a:p>
          </p:txBody>
        </p:sp>
        <p:pic>
          <p:nvPicPr>
            <p:cNvPr id="3" name="Grafik 2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10998" y="1804589"/>
              <a:ext cx="1657581" cy="2200582"/>
            </a:xfrm>
            <a:prstGeom prst="rect">
              <a:avLst/>
            </a:prstGeom>
          </p:spPr>
        </p:pic>
        <p:cxnSp>
          <p:nvCxnSpPr>
            <p:cNvPr id="11" name="Gerader Verbinder 10"/>
            <p:cNvCxnSpPr/>
            <p:nvPr userDrawn="1"/>
          </p:nvCxnSpPr>
          <p:spPr>
            <a:xfrm flipH="1">
              <a:off x="929788" y="2215785"/>
              <a:ext cx="1620000" cy="648000"/>
            </a:xfrm>
            <a:prstGeom prst="line">
              <a:avLst/>
            </a:prstGeom>
            <a:ln w="38100">
              <a:solidFill>
                <a:srgbClr val="DC1E2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/>
            <p:cNvCxnSpPr/>
            <p:nvPr userDrawn="1"/>
          </p:nvCxnSpPr>
          <p:spPr>
            <a:xfrm>
              <a:off x="929788" y="2215785"/>
              <a:ext cx="1620000" cy="648000"/>
            </a:xfrm>
            <a:prstGeom prst="line">
              <a:avLst/>
            </a:prstGeom>
            <a:ln w="38100">
              <a:solidFill>
                <a:srgbClr val="DC1E2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/>
            <p:cNvCxnSpPr/>
            <p:nvPr userDrawn="1"/>
          </p:nvCxnSpPr>
          <p:spPr>
            <a:xfrm>
              <a:off x="929788" y="3807089"/>
              <a:ext cx="1620000" cy="144000"/>
            </a:xfrm>
            <a:prstGeom prst="line">
              <a:avLst/>
            </a:prstGeom>
            <a:ln w="38100">
              <a:solidFill>
                <a:srgbClr val="DC1E2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/>
            <p:cNvCxnSpPr/>
            <p:nvPr userDrawn="1"/>
          </p:nvCxnSpPr>
          <p:spPr>
            <a:xfrm flipH="1">
              <a:off x="929788" y="3807089"/>
              <a:ext cx="1620000" cy="144000"/>
            </a:xfrm>
            <a:prstGeom prst="line">
              <a:avLst/>
            </a:prstGeom>
            <a:ln w="38100">
              <a:solidFill>
                <a:srgbClr val="DC1E2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uppieren 12"/>
          <p:cNvGrpSpPr/>
          <p:nvPr userDrawn="1"/>
        </p:nvGrpSpPr>
        <p:grpSpPr>
          <a:xfrm>
            <a:off x="2853046" y="1410980"/>
            <a:ext cx="1728659" cy="2808000"/>
            <a:chOff x="2711788" y="1269171"/>
            <a:chExt cx="1728659" cy="2808000"/>
          </a:xfrm>
        </p:grpSpPr>
        <p:sp>
          <p:nvSpPr>
            <p:cNvPr id="66" name="Rechteck 65"/>
            <p:cNvSpPr/>
            <p:nvPr userDrawn="1"/>
          </p:nvSpPr>
          <p:spPr>
            <a:xfrm>
              <a:off x="2711788" y="1269171"/>
              <a:ext cx="1728658" cy="2808000"/>
            </a:xfrm>
            <a:prstGeom prst="rect">
              <a:avLst/>
            </a:prstGeom>
            <a:solidFill>
              <a:srgbClr val="D1D9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Keine Nutzung von</a:t>
              </a:r>
              <a:r>
                <a:rPr lang="de-DE" sz="1400" baseline="0" dirty="0">
                  <a:solidFill>
                    <a:schemeClr val="tx1"/>
                  </a:solidFill>
                </a:rPr>
                <a:t> Aufzählungszeichen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pic>
          <p:nvPicPr>
            <p:cNvPr id="15" name="Grafik 14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2787075" y="3463386"/>
              <a:ext cx="635580" cy="538545"/>
            </a:xfrm>
            <a:prstGeom prst="rect">
              <a:avLst/>
            </a:prstGeom>
          </p:spPr>
        </p:pic>
        <p:pic>
          <p:nvPicPr>
            <p:cNvPr id="16" name="Grafik 15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2787074" y="1804589"/>
              <a:ext cx="1581371" cy="609685"/>
            </a:xfrm>
            <a:prstGeom prst="rect">
              <a:avLst/>
            </a:prstGeom>
          </p:spPr>
        </p:pic>
        <p:pic>
          <p:nvPicPr>
            <p:cNvPr id="18" name="Grafik 17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2787075" y="2974830"/>
              <a:ext cx="1581371" cy="416556"/>
            </a:xfrm>
            <a:prstGeom prst="rect">
              <a:avLst/>
            </a:prstGeom>
          </p:spPr>
        </p:pic>
        <p:pic>
          <p:nvPicPr>
            <p:cNvPr id="19" name="Grafik 18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2787075" y="2486274"/>
              <a:ext cx="1581371" cy="416556"/>
            </a:xfrm>
            <a:prstGeom prst="rect">
              <a:avLst/>
            </a:prstGeom>
          </p:spPr>
        </p:pic>
        <p:cxnSp>
          <p:nvCxnSpPr>
            <p:cNvPr id="69" name="Gerader Verbinder 68"/>
            <p:cNvCxnSpPr/>
            <p:nvPr userDrawn="1"/>
          </p:nvCxnSpPr>
          <p:spPr>
            <a:xfrm flipH="1">
              <a:off x="2807637" y="1836593"/>
              <a:ext cx="216000" cy="216000"/>
            </a:xfrm>
            <a:prstGeom prst="line">
              <a:avLst/>
            </a:prstGeom>
            <a:ln w="38100">
              <a:solidFill>
                <a:srgbClr val="DC1E2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hteck 19"/>
            <p:cNvSpPr/>
            <p:nvPr userDrawn="1"/>
          </p:nvSpPr>
          <p:spPr>
            <a:xfrm>
              <a:off x="3539910" y="1835432"/>
              <a:ext cx="433462" cy="215892"/>
            </a:xfrm>
            <a:prstGeom prst="rect">
              <a:avLst/>
            </a:prstGeom>
            <a:noFill/>
            <a:ln w="28575">
              <a:solidFill>
                <a:srgbClr val="6A8A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>
                  <a:srgbClr val="97C139"/>
                </a:buClr>
              </a:pPr>
              <a:endParaRPr lang="en-US" dirty="0" err="1">
                <a:solidFill>
                  <a:schemeClr val="tx1"/>
                </a:solidFill>
              </a:endParaRPr>
            </a:p>
          </p:txBody>
        </p:sp>
        <p:pic>
          <p:nvPicPr>
            <p:cNvPr id="21" name="Grafik 20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3987392" y="2280905"/>
              <a:ext cx="381053" cy="133369"/>
            </a:xfrm>
            <a:prstGeom prst="rect">
              <a:avLst/>
            </a:prstGeom>
          </p:spPr>
        </p:pic>
        <p:sp>
          <p:nvSpPr>
            <p:cNvPr id="22" name="Rechteck 21"/>
            <p:cNvSpPr/>
            <p:nvPr userDrawn="1"/>
          </p:nvSpPr>
          <p:spPr>
            <a:xfrm>
              <a:off x="3792265" y="2658552"/>
              <a:ext cx="7200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>
                  <a:srgbClr val="97C139"/>
                </a:buClr>
              </a:pPr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24" name="Gewinkelter Verbinder 23"/>
            <p:cNvCxnSpPr>
              <a:stCxn id="20" idx="2"/>
              <a:endCxn id="22" idx="3"/>
            </p:cNvCxnSpPr>
            <p:nvPr userDrawn="1"/>
          </p:nvCxnSpPr>
          <p:spPr>
            <a:xfrm rot="16200000" flipH="1">
              <a:off x="3488839" y="2319126"/>
              <a:ext cx="643228" cy="107624"/>
            </a:xfrm>
            <a:prstGeom prst="bentConnector4">
              <a:avLst>
                <a:gd name="adj1" fmla="val 63491"/>
                <a:gd name="adj2" fmla="val 413784"/>
              </a:avLst>
            </a:prstGeom>
            <a:ln w="190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hteck 74"/>
            <p:cNvSpPr/>
            <p:nvPr userDrawn="1"/>
          </p:nvSpPr>
          <p:spPr>
            <a:xfrm>
              <a:off x="3792265" y="3147108"/>
              <a:ext cx="72000" cy="7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>
                  <a:srgbClr val="97C139"/>
                </a:buClr>
              </a:pPr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77" name="Gewinkelter Verbinder 76"/>
            <p:cNvCxnSpPr>
              <a:stCxn id="20" idx="2"/>
              <a:endCxn id="75" idx="3"/>
            </p:cNvCxnSpPr>
            <p:nvPr userDrawn="1"/>
          </p:nvCxnSpPr>
          <p:spPr>
            <a:xfrm rot="16200000" flipH="1">
              <a:off x="3244561" y="2563404"/>
              <a:ext cx="1131784" cy="107624"/>
            </a:xfrm>
            <a:prstGeom prst="bentConnector4">
              <a:avLst>
                <a:gd name="adj1" fmla="val 35506"/>
                <a:gd name="adj2" fmla="val 413784"/>
              </a:avLst>
            </a:prstGeom>
            <a:ln w="190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Rechteck 102"/>
            <p:cNvSpPr/>
            <p:nvPr userDrawn="1"/>
          </p:nvSpPr>
          <p:spPr>
            <a:xfrm>
              <a:off x="3406141" y="3493908"/>
              <a:ext cx="1034306" cy="508023"/>
            </a:xfrm>
            <a:prstGeom prst="rect">
              <a:avLst/>
            </a:prstGeom>
            <a:solidFill>
              <a:srgbClr val="D1D9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50" b="0" dirty="0">
                  <a:solidFill>
                    <a:schemeClr val="tx1"/>
                  </a:solidFill>
                </a:rPr>
                <a:t>Listenebene</a:t>
              </a:r>
              <a:r>
                <a:rPr lang="de-DE" sz="1050" dirty="0">
                  <a:solidFill>
                    <a:schemeClr val="tx1"/>
                  </a:solidFill>
                </a:rPr>
                <a:t> anpassen!</a:t>
              </a:r>
            </a:p>
          </p:txBody>
        </p:sp>
        <p:cxnSp>
          <p:nvCxnSpPr>
            <p:cNvPr id="104" name="Gerader Verbinder 103"/>
            <p:cNvCxnSpPr/>
            <p:nvPr userDrawn="1"/>
          </p:nvCxnSpPr>
          <p:spPr>
            <a:xfrm>
              <a:off x="2807637" y="1836593"/>
              <a:ext cx="216000" cy="216000"/>
            </a:xfrm>
            <a:prstGeom prst="line">
              <a:avLst/>
            </a:prstGeom>
            <a:ln w="38100">
              <a:solidFill>
                <a:srgbClr val="DC1E2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uppieren 50"/>
          <p:cNvGrpSpPr/>
          <p:nvPr userDrawn="1"/>
        </p:nvGrpSpPr>
        <p:grpSpPr>
          <a:xfrm>
            <a:off x="4651095" y="1410980"/>
            <a:ext cx="1728658" cy="2808000"/>
            <a:chOff x="4651095" y="1410980"/>
            <a:chExt cx="1728658" cy="2808000"/>
          </a:xfrm>
        </p:grpSpPr>
        <p:grpSp>
          <p:nvGrpSpPr>
            <p:cNvPr id="23" name="Gruppieren 22"/>
            <p:cNvGrpSpPr/>
            <p:nvPr userDrawn="1"/>
          </p:nvGrpSpPr>
          <p:grpSpPr>
            <a:xfrm>
              <a:off x="4651095" y="1410980"/>
              <a:ext cx="1728658" cy="1181257"/>
              <a:chOff x="4585632" y="1269171"/>
              <a:chExt cx="1728658" cy="1181257"/>
            </a:xfrm>
          </p:grpSpPr>
          <p:sp>
            <p:nvSpPr>
              <p:cNvPr id="74" name="Rechteck 73"/>
              <p:cNvSpPr/>
              <p:nvPr userDrawn="1"/>
            </p:nvSpPr>
            <p:spPr>
              <a:xfrm>
                <a:off x="4585632" y="1269171"/>
                <a:ext cx="1728658" cy="1181257"/>
              </a:xfrm>
              <a:prstGeom prst="rect">
                <a:avLst/>
              </a:prstGeom>
              <a:solidFill>
                <a:srgbClr val="D1D9D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r>
                  <a:rPr lang="de-DE" sz="1400" b="0" dirty="0">
                    <a:solidFill>
                      <a:schemeClr val="tx1"/>
                    </a:solidFill>
                  </a:rPr>
                  <a:t>Schriftart</a:t>
                </a:r>
                <a:br>
                  <a:rPr lang="de-DE" sz="1400" dirty="0">
                    <a:solidFill>
                      <a:schemeClr val="tx1"/>
                    </a:solidFill>
                  </a:rPr>
                </a:br>
                <a:r>
                  <a:rPr lang="de-DE" sz="1400" dirty="0">
                    <a:solidFill>
                      <a:schemeClr val="tx1"/>
                    </a:solidFill>
                  </a:rPr>
                  <a:t>Arial</a:t>
                </a:r>
                <a:r>
                  <a:rPr lang="de-DE" sz="1400" baseline="0" dirty="0">
                    <a:solidFill>
                      <a:schemeClr val="tx1"/>
                    </a:solidFill>
                  </a:rPr>
                  <a:t> (Textkörper)</a:t>
                </a:r>
                <a:endParaRPr lang="de-DE" sz="14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2" name="Grafik 11"/>
              <p:cNvPicPr>
                <a:picLocks noChangeAspect="1"/>
              </p:cNvPicPr>
              <p:nvPr userDrawn="1"/>
            </p:nvPicPr>
            <p:blipFill>
              <a:blip r:embed="rId11"/>
              <a:stretch>
                <a:fillRect/>
              </a:stretch>
            </p:blipFill>
            <p:spPr>
              <a:xfrm>
                <a:off x="4657177" y="1804589"/>
                <a:ext cx="1583286" cy="575201"/>
              </a:xfrm>
              <a:prstGeom prst="rect">
                <a:avLst/>
              </a:prstGeom>
            </p:spPr>
          </p:pic>
          <p:sp>
            <p:nvSpPr>
              <p:cNvPr id="105" name="Rechteck 104"/>
              <p:cNvSpPr/>
              <p:nvPr userDrawn="1"/>
            </p:nvSpPr>
            <p:spPr>
              <a:xfrm>
                <a:off x="4657961" y="2219153"/>
                <a:ext cx="1584000" cy="162000"/>
              </a:xfrm>
              <a:prstGeom prst="rect">
                <a:avLst/>
              </a:prstGeom>
              <a:noFill/>
              <a:ln w="28575">
                <a:solidFill>
                  <a:srgbClr val="6A8A2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buClr>
                    <a:srgbClr val="97C139"/>
                  </a:buClr>
                </a:pPr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Rechteck 112"/>
              <p:cNvSpPr/>
              <p:nvPr userDrawn="1"/>
            </p:nvSpPr>
            <p:spPr>
              <a:xfrm>
                <a:off x="5221257" y="1802597"/>
                <a:ext cx="298679" cy="139157"/>
              </a:xfrm>
              <a:prstGeom prst="rect">
                <a:avLst/>
              </a:prstGeom>
              <a:noFill/>
              <a:ln w="28575">
                <a:solidFill>
                  <a:srgbClr val="6A8A2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buClr>
                    <a:srgbClr val="97C139"/>
                  </a:buClr>
                </a:pPr>
                <a:endParaRPr lang="en-US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0" name="Gruppieren 49"/>
            <p:cNvGrpSpPr/>
            <p:nvPr userDrawn="1"/>
          </p:nvGrpSpPr>
          <p:grpSpPr>
            <a:xfrm>
              <a:off x="4651095" y="2646351"/>
              <a:ext cx="1728658" cy="1572629"/>
              <a:chOff x="4651095" y="2646351"/>
              <a:chExt cx="1728658" cy="1572629"/>
            </a:xfrm>
          </p:grpSpPr>
          <p:sp>
            <p:nvSpPr>
              <p:cNvPr id="116" name="Rechteck 115"/>
              <p:cNvSpPr/>
              <p:nvPr userDrawn="1"/>
            </p:nvSpPr>
            <p:spPr>
              <a:xfrm>
                <a:off x="4651095" y="2646351"/>
                <a:ext cx="1728658" cy="1572629"/>
              </a:xfrm>
              <a:prstGeom prst="rect">
                <a:avLst/>
              </a:prstGeom>
              <a:solidFill>
                <a:srgbClr val="D1D9D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r>
                  <a:rPr lang="de-DE" sz="1400" b="0" dirty="0">
                    <a:solidFill>
                      <a:schemeClr val="tx1"/>
                    </a:solidFill>
                  </a:rPr>
                  <a:t>Action Title</a:t>
                </a:r>
                <a:br>
                  <a:rPr lang="de-DE" sz="1400" dirty="0">
                    <a:solidFill>
                      <a:schemeClr val="tx1"/>
                    </a:solidFill>
                  </a:rPr>
                </a:br>
                <a:r>
                  <a:rPr lang="de-DE" sz="1400" b="0" dirty="0">
                    <a:solidFill>
                      <a:schemeClr val="tx1"/>
                    </a:solidFill>
                  </a:rPr>
                  <a:t>Arial</a:t>
                </a:r>
                <a:r>
                  <a:rPr lang="de-DE" sz="1400" b="0" baseline="0" dirty="0">
                    <a:solidFill>
                      <a:schemeClr val="tx1"/>
                    </a:solidFill>
                  </a:rPr>
                  <a:t> (Überschriften)</a:t>
                </a:r>
                <a:endParaRPr lang="de-DE" sz="1400" b="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fik 24"/>
              <p:cNvPicPr>
                <a:picLocks noChangeAspect="1"/>
              </p:cNvPicPr>
              <p:nvPr userDrawn="1"/>
            </p:nvPicPr>
            <p:blipFill>
              <a:blip r:embed="rId12"/>
              <a:stretch>
                <a:fillRect/>
              </a:stretch>
            </p:blipFill>
            <p:spPr>
              <a:xfrm>
                <a:off x="4722640" y="3181769"/>
                <a:ext cx="1583286" cy="569272"/>
              </a:xfrm>
              <a:prstGeom prst="rect">
                <a:avLst/>
              </a:prstGeom>
            </p:spPr>
          </p:pic>
          <p:sp>
            <p:nvSpPr>
              <p:cNvPr id="107" name="Rechteck 106"/>
              <p:cNvSpPr/>
              <p:nvPr userDrawn="1"/>
            </p:nvSpPr>
            <p:spPr>
              <a:xfrm>
                <a:off x="5809978" y="2800361"/>
                <a:ext cx="72000" cy="7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buClr>
                    <a:srgbClr val="97C139"/>
                  </a:buClr>
                </a:pPr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Rechteck 108"/>
              <p:cNvSpPr/>
              <p:nvPr userDrawn="1"/>
            </p:nvSpPr>
            <p:spPr>
              <a:xfrm>
                <a:off x="5809978" y="3288917"/>
                <a:ext cx="72000" cy="7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buClr>
                    <a:srgbClr val="97C139"/>
                  </a:buClr>
                </a:pPr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Rechteck 117"/>
              <p:cNvSpPr/>
              <p:nvPr userDrawn="1"/>
            </p:nvSpPr>
            <p:spPr>
              <a:xfrm>
                <a:off x="4723424" y="3459859"/>
                <a:ext cx="1584000" cy="162000"/>
              </a:xfrm>
              <a:prstGeom prst="rect">
                <a:avLst/>
              </a:prstGeom>
              <a:noFill/>
              <a:ln w="28575">
                <a:solidFill>
                  <a:srgbClr val="6A8A2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buClr>
                    <a:srgbClr val="97C139"/>
                  </a:buClr>
                </a:pPr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hteck 118"/>
              <p:cNvSpPr/>
              <p:nvPr userDrawn="1"/>
            </p:nvSpPr>
            <p:spPr>
              <a:xfrm>
                <a:off x="5286720" y="3179777"/>
                <a:ext cx="298679" cy="139157"/>
              </a:xfrm>
              <a:prstGeom prst="rect">
                <a:avLst/>
              </a:prstGeom>
              <a:noFill/>
              <a:ln w="28575">
                <a:solidFill>
                  <a:srgbClr val="6A8A2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buClr>
                    <a:srgbClr val="97C139"/>
                  </a:buClr>
                </a:pPr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Rechteck 119"/>
              <p:cNvSpPr/>
              <p:nvPr userDrawn="1"/>
            </p:nvSpPr>
            <p:spPr>
              <a:xfrm>
                <a:off x="4651095" y="3786709"/>
                <a:ext cx="1728658" cy="432271"/>
              </a:xfrm>
              <a:prstGeom prst="rect">
                <a:avLst/>
              </a:prstGeom>
              <a:solidFill>
                <a:srgbClr val="D1D9D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r>
                  <a:rPr lang="de-DE" sz="600" dirty="0">
                    <a:solidFill>
                      <a:schemeClr val="tx1"/>
                    </a:solidFill>
                  </a:rPr>
                  <a:t>Der</a:t>
                </a:r>
                <a:r>
                  <a:rPr lang="de-DE" sz="600" baseline="0" dirty="0">
                    <a:solidFill>
                      <a:schemeClr val="tx1"/>
                    </a:solidFill>
                  </a:rPr>
                  <a:t> Action Title ist ein vollständiger, zweizeiliger Satz und beschreibt die Kernaussage der Folie.</a:t>
                </a:r>
                <a:endParaRPr lang="de-DE" sz="6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Rechteck 26"/>
          <p:cNvSpPr/>
          <p:nvPr userDrawn="1"/>
        </p:nvSpPr>
        <p:spPr>
          <a:xfrm>
            <a:off x="839788" y="1268413"/>
            <a:ext cx="10512000" cy="72000"/>
          </a:xfrm>
          <a:prstGeom prst="rect">
            <a:avLst/>
          </a:prstGeom>
          <a:solidFill>
            <a:srgbClr val="C5D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22" name="Rechteck 121"/>
          <p:cNvSpPr/>
          <p:nvPr userDrawn="1"/>
        </p:nvSpPr>
        <p:spPr>
          <a:xfrm>
            <a:off x="839788" y="6236413"/>
            <a:ext cx="10512000" cy="72000"/>
          </a:xfrm>
          <a:prstGeom prst="rect">
            <a:avLst/>
          </a:prstGeom>
          <a:solidFill>
            <a:srgbClr val="C5D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23" name="Rechteck 122"/>
          <p:cNvSpPr/>
          <p:nvPr userDrawn="1"/>
        </p:nvSpPr>
        <p:spPr>
          <a:xfrm>
            <a:off x="839788" y="1268413"/>
            <a:ext cx="72000" cy="5040000"/>
          </a:xfrm>
          <a:prstGeom prst="rect">
            <a:avLst/>
          </a:prstGeom>
          <a:solidFill>
            <a:srgbClr val="C5D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24" name="Rechteck 123"/>
          <p:cNvSpPr/>
          <p:nvPr userDrawn="1"/>
        </p:nvSpPr>
        <p:spPr>
          <a:xfrm>
            <a:off x="11279788" y="1268413"/>
            <a:ext cx="72000" cy="5040000"/>
          </a:xfrm>
          <a:prstGeom prst="rect">
            <a:avLst/>
          </a:prstGeom>
          <a:solidFill>
            <a:srgbClr val="C5D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21" name="Rechteck 120"/>
          <p:cNvSpPr/>
          <p:nvPr userDrawn="1"/>
        </p:nvSpPr>
        <p:spPr>
          <a:xfrm>
            <a:off x="8904737" y="6076693"/>
            <a:ext cx="2447051" cy="231720"/>
          </a:xfrm>
          <a:prstGeom prst="rect">
            <a:avLst/>
          </a:prstGeom>
          <a:solidFill>
            <a:srgbClr val="C5D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Einhaltung der Führungslinien!</a:t>
            </a:r>
          </a:p>
        </p:txBody>
      </p:sp>
      <p:sp>
        <p:nvSpPr>
          <p:cNvPr id="28" name="Gleichschenkliges Dreieck 27"/>
          <p:cNvSpPr/>
          <p:nvPr userDrawn="1"/>
        </p:nvSpPr>
        <p:spPr>
          <a:xfrm>
            <a:off x="8746337" y="6076693"/>
            <a:ext cx="158400" cy="159720"/>
          </a:xfrm>
          <a:prstGeom prst="triangle">
            <a:avLst>
              <a:gd name="adj" fmla="val 100000"/>
            </a:avLst>
          </a:prstGeom>
          <a:solidFill>
            <a:srgbClr val="C5D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25" name="Gleichschenkliges Dreieck 124"/>
          <p:cNvSpPr/>
          <p:nvPr userDrawn="1"/>
        </p:nvSpPr>
        <p:spPr>
          <a:xfrm>
            <a:off x="11121389" y="5918660"/>
            <a:ext cx="158400" cy="158033"/>
          </a:xfrm>
          <a:prstGeom prst="triangle">
            <a:avLst>
              <a:gd name="adj" fmla="val 100000"/>
            </a:avLst>
          </a:prstGeom>
          <a:solidFill>
            <a:srgbClr val="C5D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40" name="Rechteck 39"/>
          <p:cNvSpPr/>
          <p:nvPr userDrawn="1"/>
        </p:nvSpPr>
        <p:spPr>
          <a:xfrm>
            <a:off x="983657" y="4374253"/>
            <a:ext cx="83099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Änderung </a:t>
            </a:r>
            <a:br>
              <a:rPr lang="de-DE" sz="1400" dirty="0">
                <a:solidFill>
                  <a:schemeClr val="tx1"/>
                </a:solidFill>
              </a:rPr>
            </a:br>
            <a:r>
              <a:rPr lang="de-DE" sz="1400" baseline="0" dirty="0">
                <a:solidFill>
                  <a:schemeClr val="tx1"/>
                </a:solidFill>
              </a:rPr>
              <a:t>Fußzeile</a:t>
            </a:r>
            <a:endParaRPr lang="de-DE" sz="1400" dirty="0">
              <a:solidFill>
                <a:schemeClr val="tx1"/>
              </a:solidFill>
            </a:endParaRPr>
          </a:p>
        </p:txBody>
      </p:sp>
      <p:grpSp>
        <p:nvGrpSpPr>
          <p:cNvPr id="43" name="Gruppieren 42"/>
          <p:cNvGrpSpPr/>
          <p:nvPr userDrawn="1"/>
        </p:nvGrpSpPr>
        <p:grpSpPr>
          <a:xfrm>
            <a:off x="4511824" y="4362980"/>
            <a:ext cx="887298" cy="1720855"/>
            <a:chOff x="5487584" y="4372990"/>
            <a:chExt cx="887298" cy="1720855"/>
          </a:xfrm>
        </p:grpSpPr>
        <p:sp>
          <p:nvSpPr>
            <p:cNvPr id="127" name="Rechteck 126"/>
            <p:cNvSpPr/>
            <p:nvPr userDrawn="1"/>
          </p:nvSpPr>
          <p:spPr>
            <a:xfrm>
              <a:off x="5487584" y="4372990"/>
              <a:ext cx="887298" cy="1720855"/>
            </a:xfrm>
            <a:prstGeom prst="rect">
              <a:avLst/>
            </a:prstGeom>
            <a:solidFill>
              <a:srgbClr val="D1D9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" tIns="0" rIns="18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000" baseline="0" dirty="0">
                  <a:solidFill>
                    <a:schemeClr val="tx1"/>
                  </a:solidFill>
                </a:rPr>
                <a:t>Fußzeile</a:t>
              </a:r>
              <a:br>
                <a:rPr lang="de-DE" sz="1000" baseline="0" dirty="0">
                  <a:solidFill>
                    <a:schemeClr val="tx1"/>
                  </a:solidFill>
                </a:rPr>
              </a:br>
              <a:r>
                <a:rPr lang="de-DE" sz="1000" dirty="0">
                  <a:solidFill>
                    <a:schemeClr val="tx1"/>
                  </a:solidFill>
                </a:rPr>
                <a:t>verschoben</a:t>
              </a:r>
              <a:r>
                <a:rPr lang="de-DE" sz="1000" baseline="0" dirty="0">
                  <a:solidFill>
                    <a:schemeClr val="tx1"/>
                  </a:solidFill>
                </a:rPr>
                <a:t> </a:t>
              </a:r>
              <a:br>
                <a:rPr lang="de-DE" sz="1000" baseline="0" dirty="0">
                  <a:solidFill>
                    <a:schemeClr val="tx1"/>
                  </a:solidFill>
                </a:rPr>
              </a:br>
              <a:r>
                <a:rPr lang="de-DE" sz="1000" baseline="0" dirty="0">
                  <a:solidFill>
                    <a:schemeClr val="tx1"/>
                  </a:solidFill>
                </a:rPr>
                <a:t>gelöscht</a:t>
              </a:r>
              <a:br>
                <a:rPr lang="de-DE" sz="1000" baseline="0" dirty="0">
                  <a:solidFill>
                    <a:schemeClr val="tx1"/>
                  </a:solidFill>
                </a:rPr>
              </a:br>
              <a:r>
                <a:rPr lang="de-DE" sz="1000" baseline="0" dirty="0">
                  <a:solidFill>
                    <a:schemeClr val="tx1"/>
                  </a:solidFill>
                </a:rPr>
                <a:t>???</a:t>
              </a:r>
            </a:p>
            <a:p>
              <a:pPr algn="ctr"/>
              <a:r>
                <a:rPr lang="de-DE" sz="1000" baseline="0" dirty="0">
                  <a:solidFill>
                    <a:schemeClr val="tx1"/>
                  </a:solidFill>
                </a:rPr>
                <a:t>Folie zurück setzen</a:t>
              </a:r>
            </a:p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Inhalt bleibt unbeeinflusst!</a:t>
              </a:r>
            </a:p>
          </p:txBody>
        </p:sp>
        <p:cxnSp>
          <p:nvCxnSpPr>
            <p:cNvPr id="129" name="Gewinkelter Verbinder 128"/>
            <p:cNvCxnSpPr/>
            <p:nvPr userDrawn="1"/>
          </p:nvCxnSpPr>
          <p:spPr>
            <a:xfrm>
              <a:off x="5931233" y="5122283"/>
              <a:ext cx="0" cy="14400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winkelter Verbinder 128"/>
            <p:cNvCxnSpPr/>
            <p:nvPr userDrawn="1"/>
          </p:nvCxnSpPr>
          <p:spPr>
            <a:xfrm>
              <a:off x="5931233" y="5526773"/>
              <a:ext cx="0" cy="14400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814655" y="4362981"/>
            <a:ext cx="2697228" cy="1730865"/>
          </a:xfrm>
          <a:prstGeom prst="rect">
            <a:avLst/>
          </a:prstGeom>
        </p:spPr>
      </p:pic>
      <p:pic>
        <p:nvPicPr>
          <p:cNvPr id="41" name="Grafik 4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5399063" y="4362980"/>
            <a:ext cx="906863" cy="1730865"/>
          </a:xfrm>
          <a:prstGeom prst="rect">
            <a:avLst/>
          </a:prstGeom>
        </p:spPr>
      </p:pic>
      <p:sp>
        <p:nvSpPr>
          <p:cNvPr id="157" name="Rechteck 156"/>
          <p:cNvSpPr/>
          <p:nvPr userDrawn="1"/>
        </p:nvSpPr>
        <p:spPr>
          <a:xfrm>
            <a:off x="8264368" y="1410980"/>
            <a:ext cx="1530000" cy="2807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de-DE" sz="1400" b="0" dirty="0">
              <a:solidFill>
                <a:schemeClr val="tx1"/>
              </a:solidFill>
            </a:endParaRPr>
          </a:p>
        </p:txBody>
      </p:sp>
      <p:sp>
        <p:nvSpPr>
          <p:cNvPr id="161" name="Stern mit 5 Zacken 160"/>
          <p:cNvSpPr/>
          <p:nvPr userDrawn="1"/>
        </p:nvSpPr>
        <p:spPr>
          <a:xfrm>
            <a:off x="9788075" y="4978351"/>
            <a:ext cx="576000" cy="576064"/>
          </a:xfrm>
          <a:prstGeom prst="star5">
            <a:avLst/>
          </a:prstGeom>
          <a:solidFill>
            <a:srgbClr val="B0BC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70" name="Ellipse 69"/>
          <p:cNvSpPr/>
          <p:nvPr userDrawn="1"/>
        </p:nvSpPr>
        <p:spPr>
          <a:xfrm>
            <a:off x="10651602" y="5118975"/>
            <a:ext cx="432000" cy="432000"/>
          </a:xfrm>
          <a:prstGeom prst="ellipse">
            <a:avLst/>
          </a:prstGeom>
          <a:solidFill>
            <a:srgbClr val="B0BC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68" name="Rechteck 67"/>
          <p:cNvSpPr/>
          <p:nvPr userDrawn="1"/>
        </p:nvSpPr>
        <p:spPr>
          <a:xfrm>
            <a:off x="10197829" y="4861893"/>
            <a:ext cx="496495" cy="5105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97C139"/>
              </a:buClr>
            </a:pPr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63" name="Rechteck 162"/>
          <p:cNvSpPr/>
          <p:nvPr userDrawn="1"/>
        </p:nvSpPr>
        <p:spPr>
          <a:xfrm>
            <a:off x="9772376" y="5667842"/>
            <a:ext cx="1345636" cy="273572"/>
          </a:xfrm>
          <a:prstGeom prst="rect">
            <a:avLst/>
          </a:prstGeom>
          <a:solidFill>
            <a:srgbClr val="D1D9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" tIns="0" rIns="18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000" baseline="0" dirty="0">
                <a:solidFill>
                  <a:schemeClr val="tx1"/>
                </a:solidFill>
              </a:rPr>
              <a:t>Füllfarbe definiert eine Form hinreichend!</a:t>
            </a:r>
          </a:p>
        </p:txBody>
      </p:sp>
      <p:grpSp>
        <p:nvGrpSpPr>
          <p:cNvPr id="185" name="Gruppieren 184"/>
          <p:cNvGrpSpPr/>
          <p:nvPr userDrawn="1"/>
        </p:nvGrpSpPr>
        <p:grpSpPr>
          <a:xfrm>
            <a:off x="6460110" y="1407527"/>
            <a:ext cx="1530001" cy="2810625"/>
            <a:chOff x="6460110" y="1407527"/>
            <a:chExt cx="1530001" cy="2810625"/>
          </a:xfrm>
        </p:grpSpPr>
        <p:sp>
          <p:nvSpPr>
            <p:cNvPr id="156" name="Rechteck 155"/>
            <p:cNvSpPr/>
            <p:nvPr userDrawn="1"/>
          </p:nvSpPr>
          <p:spPr>
            <a:xfrm>
              <a:off x="6460111" y="1410980"/>
              <a:ext cx="1530000" cy="28071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de-DE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164" name="Rechteck 163"/>
            <p:cNvSpPr/>
            <p:nvPr userDrawn="1"/>
          </p:nvSpPr>
          <p:spPr>
            <a:xfrm>
              <a:off x="6460110" y="1407527"/>
              <a:ext cx="1530000" cy="401518"/>
            </a:xfrm>
            <a:prstGeom prst="rect">
              <a:avLst/>
            </a:prstGeom>
            <a:solidFill>
              <a:srgbClr val="6A8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FAPS-Grün dunkel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106-138-34</a:t>
              </a:r>
            </a:p>
          </p:txBody>
        </p:sp>
        <p:sp>
          <p:nvSpPr>
            <p:cNvPr id="167" name="Rechteck 166"/>
            <p:cNvSpPr/>
            <p:nvPr userDrawn="1"/>
          </p:nvSpPr>
          <p:spPr>
            <a:xfrm>
              <a:off x="6460110" y="1889348"/>
              <a:ext cx="1530000" cy="401518"/>
            </a:xfrm>
            <a:prstGeom prst="rect">
              <a:avLst/>
            </a:prstGeom>
            <a:solidFill>
              <a:srgbClr val="3F5F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Grün dunkel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63-95-68</a:t>
              </a:r>
            </a:p>
          </p:txBody>
        </p:sp>
        <p:sp>
          <p:nvSpPr>
            <p:cNvPr id="170" name="Rechteck 169"/>
            <p:cNvSpPr/>
            <p:nvPr userDrawn="1"/>
          </p:nvSpPr>
          <p:spPr>
            <a:xfrm>
              <a:off x="6460110" y="2371170"/>
              <a:ext cx="1530000" cy="401518"/>
            </a:xfrm>
            <a:prstGeom prst="rect">
              <a:avLst/>
            </a:prstGeom>
            <a:solidFill>
              <a:srgbClr val="0043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Türkis dunkel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0-67-89</a:t>
              </a:r>
            </a:p>
          </p:txBody>
        </p:sp>
        <p:sp>
          <p:nvSpPr>
            <p:cNvPr id="173" name="Rechteck 172"/>
            <p:cNvSpPr/>
            <p:nvPr userDrawn="1"/>
          </p:nvSpPr>
          <p:spPr>
            <a:xfrm>
              <a:off x="6460110" y="2852991"/>
              <a:ext cx="1530000" cy="401518"/>
            </a:xfrm>
            <a:prstGeom prst="rect">
              <a:avLst/>
            </a:prstGeom>
            <a:solidFill>
              <a:srgbClr val="041E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FAU-Blau</a:t>
              </a:r>
              <a:r>
                <a:rPr lang="de-DE" sz="1200" baseline="0" dirty="0">
                  <a:solidFill>
                    <a:schemeClr val="bg1"/>
                  </a:solidFill>
                </a:rPr>
                <a:t> </a:t>
              </a:r>
              <a:r>
                <a:rPr lang="de-DE" sz="1200" dirty="0">
                  <a:solidFill>
                    <a:schemeClr val="bg1"/>
                  </a:solidFill>
                </a:rPr>
                <a:t>dunkel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4-30-66</a:t>
              </a:r>
            </a:p>
          </p:txBody>
        </p:sp>
        <p:sp>
          <p:nvSpPr>
            <p:cNvPr id="176" name="Rechteck 175"/>
            <p:cNvSpPr/>
            <p:nvPr userDrawn="1"/>
          </p:nvSpPr>
          <p:spPr>
            <a:xfrm>
              <a:off x="6460110" y="3334813"/>
              <a:ext cx="1530000" cy="401518"/>
            </a:xfrm>
            <a:prstGeom prst="rect">
              <a:avLst/>
            </a:prstGeom>
            <a:solidFill>
              <a:srgbClr val="95A2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Grau 1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149-162-171</a:t>
              </a:r>
            </a:p>
          </p:txBody>
        </p:sp>
        <p:sp>
          <p:nvSpPr>
            <p:cNvPr id="179" name="Rechteck 178"/>
            <p:cNvSpPr/>
            <p:nvPr userDrawn="1"/>
          </p:nvSpPr>
          <p:spPr>
            <a:xfrm>
              <a:off x="6460110" y="3816634"/>
              <a:ext cx="1530000" cy="401518"/>
            </a:xfrm>
            <a:prstGeom prst="rect">
              <a:avLst/>
            </a:prstGeom>
            <a:solidFill>
              <a:srgbClr val="FFC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 err="1">
                  <a:solidFill>
                    <a:schemeClr val="tx1"/>
                  </a:solidFill>
                </a:rPr>
                <a:t>Sonderfa</a:t>
              </a:r>
              <a:r>
                <a:rPr lang="de-DE" sz="1200" dirty="0">
                  <a:solidFill>
                    <a:schemeClr val="tx1"/>
                  </a:solidFill>
                </a:rPr>
                <a:t>. Gelb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255-203-0</a:t>
              </a:r>
            </a:p>
          </p:txBody>
        </p:sp>
      </p:grpSp>
      <p:grpSp>
        <p:nvGrpSpPr>
          <p:cNvPr id="184" name="Gruppieren 183"/>
          <p:cNvGrpSpPr/>
          <p:nvPr userDrawn="1"/>
        </p:nvGrpSpPr>
        <p:grpSpPr>
          <a:xfrm>
            <a:off x="8067537" y="1407527"/>
            <a:ext cx="1530001" cy="2810625"/>
            <a:chOff x="8085059" y="1407527"/>
            <a:chExt cx="1530001" cy="2810625"/>
          </a:xfrm>
        </p:grpSpPr>
        <p:sp>
          <p:nvSpPr>
            <p:cNvPr id="165" name="Rechteck 164"/>
            <p:cNvSpPr/>
            <p:nvPr userDrawn="1"/>
          </p:nvSpPr>
          <p:spPr>
            <a:xfrm>
              <a:off x="8085060" y="1407527"/>
              <a:ext cx="1530000" cy="401518"/>
            </a:xfrm>
            <a:prstGeom prst="rect">
              <a:avLst/>
            </a:prstGeom>
            <a:solidFill>
              <a:srgbClr val="97C1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FAPS-Grün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151-193-57</a:t>
              </a:r>
            </a:p>
          </p:txBody>
        </p:sp>
        <p:sp>
          <p:nvSpPr>
            <p:cNvPr id="168" name="Rechteck 167"/>
            <p:cNvSpPr/>
            <p:nvPr userDrawn="1"/>
          </p:nvSpPr>
          <p:spPr>
            <a:xfrm>
              <a:off x="8085059" y="1889348"/>
              <a:ext cx="1530000" cy="401518"/>
            </a:xfrm>
            <a:prstGeom prst="rect">
              <a:avLst/>
            </a:prstGeom>
            <a:solidFill>
              <a:srgbClr val="658D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Hausfarbe</a:t>
              </a:r>
              <a:r>
                <a:rPr lang="de-DE" sz="1200" baseline="0" dirty="0">
                  <a:solidFill>
                    <a:schemeClr val="bg1"/>
                  </a:solidFill>
                </a:rPr>
                <a:t> </a:t>
              </a:r>
              <a:r>
                <a:rPr lang="de-DE" sz="1200" dirty="0">
                  <a:solidFill>
                    <a:schemeClr val="bg1"/>
                  </a:solidFill>
                </a:rPr>
                <a:t>Grün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101-141-103</a:t>
              </a:r>
            </a:p>
          </p:txBody>
        </p:sp>
        <p:sp>
          <p:nvSpPr>
            <p:cNvPr id="171" name="Rechteck 170"/>
            <p:cNvSpPr/>
            <p:nvPr userDrawn="1"/>
          </p:nvSpPr>
          <p:spPr>
            <a:xfrm>
              <a:off x="8085059" y="2371170"/>
              <a:ext cx="1530000" cy="401518"/>
            </a:xfrm>
            <a:prstGeom prst="rect">
              <a:avLst/>
            </a:prstGeom>
            <a:solidFill>
              <a:srgbClr val="3467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Hausfarbe Türkis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52-103-125</a:t>
              </a:r>
            </a:p>
          </p:txBody>
        </p:sp>
        <p:sp>
          <p:nvSpPr>
            <p:cNvPr id="174" name="Rechteck 173"/>
            <p:cNvSpPr/>
            <p:nvPr userDrawn="1"/>
          </p:nvSpPr>
          <p:spPr>
            <a:xfrm>
              <a:off x="8085059" y="2852991"/>
              <a:ext cx="1530000" cy="401518"/>
            </a:xfrm>
            <a:prstGeom prst="rect">
              <a:avLst/>
            </a:prstGeom>
            <a:solidFill>
              <a:srgbClr val="002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FAU-Blau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b="0" dirty="0">
                  <a:solidFill>
                    <a:schemeClr val="bg1"/>
                  </a:solidFill>
                </a:rPr>
                <a:t>0-47-108</a:t>
              </a:r>
            </a:p>
          </p:txBody>
        </p:sp>
        <p:sp>
          <p:nvSpPr>
            <p:cNvPr id="177" name="Rechteck 176"/>
            <p:cNvSpPr/>
            <p:nvPr userDrawn="1"/>
          </p:nvSpPr>
          <p:spPr>
            <a:xfrm>
              <a:off x="8085059" y="3334813"/>
              <a:ext cx="1530000" cy="401518"/>
            </a:xfrm>
            <a:prstGeom prst="rect">
              <a:avLst/>
            </a:prstGeom>
            <a:solidFill>
              <a:srgbClr val="B0BC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Grau 2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176-188-196</a:t>
              </a:r>
            </a:p>
          </p:txBody>
        </p:sp>
        <p:sp>
          <p:nvSpPr>
            <p:cNvPr id="180" name="Rechteck 179"/>
            <p:cNvSpPr/>
            <p:nvPr userDrawn="1"/>
          </p:nvSpPr>
          <p:spPr>
            <a:xfrm>
              <a:off x="8085060" y="3816634"/>
              <a:ext cx="1530000" cy="401518"/>
            </a:xfrm>
            <a:prstGeom prst="rect">
              <a:avLst/>
            </a:prstGeom>
            <a:solidFill>
              <a:srgbClr val="F58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 err="1">
                  <a:solidFill>
                    <a:schemeClr val="bg1"/>
                  </a:solidFill>
                </a:rPr>
                <a:t>Sonderfa</a:t>
              </a:r>
              <a:r>
                <a:rPr lang="de-DE" sz="1200" dirty="0">
                  <a:solidFill>
                    <a:schemeClr val="bg1"/>
                  </a:solidFill>
                </a:rPr>
                <a:t>. Orange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245-130-31</a:t>
              </a:r>
            </a:p>
          </p:txBody>
        </p:sp>
      </p:grpSp>
      <p:grpSp>
        <p:nvGrpSpPr>
          <p:cNvPr id="183" name="Gruppieren 182"/>
          <p:cNvGrpSpPr/>
          <p:nvPr userDrawn="1"/>
        </p:nvGrpSpPr>
        <p:grpSpPr>
          <a:xfrm>
            <a:off x="9674964" y="1407527"/>
            <a:ext cx="1530000" cy="2810625"/>
            <a:chOff x="9674964" y="1407527"/>
            <a:chExt cx="1530000" cy="2810625"/>
          </a:xfrm>
        </p:grpSpPr>
        <p:sp>
          <p:nvSpPr>
            <p:cNvPr id="159" name="Rechteck 158"/>
            <p:cNvSpPr/>
            <p:nvPr userDrawn="1"/>
          </p:nvSpPr>
          <p:spPr>
            <a:xfrm>
              <a:off x="9674964" y="1410980"/>
              <a:ext cx="1530000" cy="28071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de-DE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166" name="Rechteck 165"/>
            <p:cNvSpPr/>
            <p:nvPr userDrawn="1"/>
          </p:nvSpPr>
          <p:spPr>
            <a:xfrm>
              <a:off x="9674964" y="1407527"/>
              <a:ext cx="1530000" cy="401518"/>
            </a:xfrm>
            <a:prstGeom prst="rect">
              <a:avLst/>
            </a:prstGeom>
            <a:solidFill>
              <a:srgbClr val="C5DE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FAPS-Grün hell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197-222-137</a:t>
              </a:r>
            </a:p>
          </p:txBody>
        </p:sp>
        <p:sp>
          <p:nvSpPr>
            <p:cNvPr id="169" name="Rechteck 168"/>
            <p:cNvSpPr/>
            <p:nvPr userDrawn="1"/>
          </p:nvSpPr>
          <p:spPr>
            <a:xfrm>
              <a:off x="9674964" y="1889348"/>
              <a:ext cx="1530000" cy="401518"/>
            </a:xfrm>
            <a:prstGeom prst="rect">
              <a:avLst/>
            </a:prstGeom>
            <a:solidFill>
              <a:srgbClr val="69C1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Grün hell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97-192-134</a:t>
              </a:r>
            </a:p>
          </p:txBody>
        </p:sp>
        <p:sp>
          <p:nvSpPr>
            <p:cNvPr id="172" name="Rechteck 171"/>
            <p:cNvSpPr/>
            <p:nvPr userDrawn="1"/>
          </p:nvSpPr>
          <p:spPr>
            <a:xfrm>
              <a:off x="9674964" y="2371170"/>
              <a:ext cx="1530000" cy="401518"/>
            </a:xfrm>
            <a:prstGeom prst="rect">
              <a:avLst/>
            </a:prstGeom>
            <a:solidFill>
              <a:srgbClr val="779F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TF Metallic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119-159-181</a:t>
              </a:r>
            </a:p>
          </p:txBody>
        </p:sp>
        <p:sp>
          <p:nvSpPr>
            <p:cNvPr id="175" name="Rechteck 174"/>
            <p:cNvSpPr/>
            <p:nvPr userDrawn="1"/>
          </p:nvSpPr>
          <p:spPr>
            <a:xfrm>
              <a:off x="9674964" y="2852991"/>
              <a:ext cx="1530000" cy="401518"/>
            </a:xfrm>
            <a:prstGeom prst="rect">
              <a:avLst/>
            </a:prstGeom>
            <a:solidFill>
              <a:srgbClr val="6C8C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FAU-Blau hell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108-140-199</a:t>
              </a:r>
            </a:p>
          </p:txBody>
        </p:sp>
        <p:sp>
          <p:nvSpPr>
            <p:cNvPr id="178" name="Rechteck 177"/>
            <p:cNvSpPr/>
            <p:nvPr userDrawn="1"/>
          </p:nvSpPr>
          <p:spPr>
            <a:xfrm>
              <a:off x="9674964" y="3334813"/>
              <a:ext cx="1530000" cy="401518"/>
            </a:xfrm>
            <a:prstGeom prst="rect">
              <a:avLst/>
            </a:prstGeom>
            <a:solidFill>
              <a:srgbClr val="D1D9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Grau 3</a:t>
              </a: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tx1"/>
                  </a:solidFill>
                </a:rPr>
                <a:t>209-217-222</a:t>
              </a:r>
            </a:p>
          </p:txBody>
        </p:sp>
        <p:sp>
          <p:nvSpPr>
            <p:cNvPr id="181" name="Rechteck 180"/>
            <p:cNvSpPr/>
            <p:nvPr userDrawn="1"/>
          </p:nvSpPr>
          <p:spPr>
            <a:xfrm>
              <a:off x="9674964" y="3816634"/>
              <a:ext cx="1530000" cy="401518"/>
            </a:xfrm>
            <a:prstGeom prst="rect">
              <a:avLst/>
            </a:prstGeom>
            <a:solidFill>
              <a:srgbClr val="DC1E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Bef>
                  <a:spcPts val="0"/>
                </a:spcBef>
              </a:pPr>
              <a:r>
                <a:rPr lang="de-DE" sz="1200" dirty="0" err="1">
                  <a:solidFill>
                    <a:schemeClr val="bg1"/>
                  </a:solidFill>
                </a:rPr>
                <a:t>Sonderfa</a:t>
              </a:r>
              <a:r>
                <a:rPr lang="de-DE" sz="1200" dirty="0">
                  <a:solidFill>
                    <a:schemeClr val="bg1"/>
                  </a:solidFill>
                </a:rPr>
                <a:t>. </a:t>
              </a:r>
              <a:r>
                <a:rPr lang="de-DE" sz="1200" dirty="0" err="1">
                  <a:solidFill>
                    <a:schemeClr val="bg1"/>
                  </a:solidFill>
                </a:rPr>
                <a:t>Echtrot</a:t>
              </a:r>
              <a:endParaRPr lang="de-DE" sz="1200" dirty="0">
                <a:solidFill>
                  <a:schemeClr val="bg1"/>
                </a:solidFill>
              </a:endParaRPr>
            </a:p>
            <a:p>
              <a:pPr algn="ctr">
                <a:spcBef>
                  <a:spcPts val="0"/>
                </a:spcBef>
              </a:pPr>
              <a:r>
                <a:rPr lang="de-DE" sz="1200" dirty="0">
                  <a:solidFill>
                    <a:schemeClr val="bg1"/>
                  </a:solidFill>
                </a:rPr>
                <a:t>220-30-38</a:t>
              </a:r>
            </a:p>
          </p:txBody>
        </p:sp>
      </p:grpSp>
      <p:grpSp>
        <p:nvGrpSpPr>
          <p:cNvPr id="7" name="Gruppieren 6"/>
          <p:cNvGrpSpPr/>
          <p:nvPr userDrawn="1"/>
        </p:nvGrpSpPr>
        <p:grpSpPr>
          <a:xfrm>
            <a:off x="7500004" y="4646558"/>
            <a:ext cx="2000544" cy="1294855"/>
            <a:chOff x="7500004" y="4646559"/>
            <a:chExt cx="1875600" cy="1206000"/>
          </a:xfrm>
        </p:grpSpPr>
        <p:pic>
          <p:nvPicPr>
            <p:cNvPr id="5" name="Grafik 4"/>
            <p:cNvPicPr>
              <a:picLocks noChangeAspect="1"/>
            </p:cNvPicPr>
            <p:nvPr userDrawn="1"/>
          </p:nvPicPr>
          <p:blipFill rotWithShape="1">
            <a:blip r:embed="rId15"/>
            <a:srcRect t="2" r="3019" b="33055"/>
            <a:stretch/>
          </p:blipFill>
          <p:spPr>
            <a:xfrm>
              <a:off x="7500004" y="4646559"/>
              <a:ext cx="1278000" cy="1206000"/>
            </a:xfrm>
            <a:prstGeom prst="rect">
              <a:avLst/>
            </a:prstGeom>
          </p:spPr>
        </p:pic>
        <p:sp>
          <p:nvSpPr>
            <p:cNvPr id="6" name="Rechteck 5"/>
            <p:cNvSpPr/>
            <p:nvPr userDrawn="1"/>
          </p:nvSpPr>
          <p:spPr>
            <a:xfrm>
              <a:off x="8778004" y="4655974"/>
              <a:ext cx="595908" cy="119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>
                  <a:srgbClr val="97C139"/>
                </a:buClr>
              </a:pPr>
              <a:endParaRPr lang="de-DE" dirty="0" err="1">
                <a:solidFill>
                  <a:schemeClr val="tx1"/>
                </a:solidFill>
              </a:endParaRPr>
            </a:p>
          </p:txBody>
        </p:sp>
        <p:pic>
          <p:nvPicPr>
            <p:cNvPr id="128" name="Grafik 127"/>
            <p:cNvPicPr>
              <a:picLocks noChangeAspect="1"/>
            </p:cNvPicPr>
            <p:nvPr userDrawn="1"/>
          </p:nvPicPr>
          <p:blipFill rotWithShape="1">
            <a:blip r:embed="rId15"/>
            <a:srcRect l="1374" t="66984" r="53279" b="7041"/>
            <a:stretch/>
          </p:blipFill>
          <p:spPr>
            <a:xfrm>
              <a:off x="8778004" y="4787275"/>
              <a:ext cx="597600" cy="468000"/>
            </a:xfrm>
            <a:prstGeom prst="rect">
              <a:avLst/>
            </a:prstGeom>
          </p:spPr>
        </p:pic>
        <p:pic>
          <p:nvPicPr>
            <p:cNvPr id="133" name="Grafik 132"/>
            <p:cNvPicPr>
              <a:picLocks noChangeAspect="1"/>
            </p:cNvPicPr>
            <p:nvPr userDrawn="1"/>
          </p:nvPicPr>
          <p:blipFill rotWithShape="1">
            <a:blip r:embed="rId15"/>
            <a:srcRect l="45902" t="66984" r="7659" b="7041"/>
            <a:stretch/>
          </p:blipFill>
          <p:spPr>
            <a:xfrm>
              <a:off x="8761912" y="5320597"/>
              <a:ext cx="612000" cy="46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939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96">
          <p15:clr>
            <a:srgbClr val="A4A3A4"/>
          </p15:clr>
        </p15:guide>
        <p15:guide id="2" orient="horz" pos="2478">
          <p15:clr>
            <a:srgbClr val="A4A3A4"/>
          </p15:clr>
        </p15:guide>
        <p15:guide id="3" orient="horz" pos="2387">
          <p15:clr>
            <a:srgbClr val="A4A3A4"/>
          </p15:clr>
        </p15:guide>
        <p15:guide id="4" pos="3840">
          <p15:clr>
            <a:srgbClr val="A4A3A4"/>
          </p15:clr>
        </p15:guide>
        <p15:guide id="6" pos="3749">
          <p15:clr>
            <a:srgbClr val="A4A3A4"/>
          </p15:clr>
        </p15:guide>
        <p15:guide id="8" orient="horz" pos="799">
          <p15:clr>
            <a:srgbClr val="A4A3A4"/>
          </p15:clr>
        </p15:guide>
        <p15:guide id="9" pos="2797">
          <p15:clr>
            <a:srgbClr val="FBAE40"/>
          </p15:clr>
        </p15:guide>
        <p15:guide id="10" pos="3931">
          <p15:clr>
            <a:srgbClr val="A4A3A4"/>
          </p15:clr>
        </p15:guide>
        <p15:guide id="11" pos="2615">
          <p15:clr>
            <a:srgbClr val="FBAE40"/>
          </p15:clr>
        </p15:guide>
        <p15:guide id="12" pos="2230">
          <p15:clr>
            <a:srgbClr val="5ACBF0"/>
          </p15:clr>
        </p15:guide>
        <p15:guide id="13" pos="2048">
          <p15:clr>
            <a:srgbClr val="5ACBF0"/>
          </p15:clr>
        </p15:guide>
        <p15:guide id="14" pos="4883">
          <p15:clr>
            <a:srgbClr val="FBAE40"/>
          </p15:clr>
        </p15:guide>
        <p15:guide id="15" pos="5065">
          <p15:clr>
            <a:srgbClr val="FBAE40"/>
          </p15:clr>
        </p15:guide>
        <p15:guide id="16" pos="5450" userDrawn="1">
          <p15:clr>
            <a:srgbClr val="5ACBF0"/>
          </p15:clr>
        </p15:guide>
        <p15:guide id="17" pos="5632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ehrstuhl">
            <a:extLst>
              <a:ext uri="{FF2B5EF4-FFF2-40B4-BE49-F238E27FC236}">
                <a16:creationId xmlns:a16="http://schemas.microsoft.com/office/drawing/2014/main" id="{865F1AB1-09E4-48E8-BD15-25AFDFED9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4292600"/>
            <a:ext cx="2459969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Prof. Dr.-Ing. Jörg Franke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Institute for Factory Automation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and Production Systems</a:t>
            </a:r>
            <a:endParaRPr kumimoji="0" lang="de-DE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Friedrich-Alexander University Erlangen-Nuremberg</a:t>
            </a:r>
          </a:p>
        </p:txBody>
      </p:sp>
      <p:sp>
        <p:nvSpPr>
          <p:cNvPr id="9" name="Title Picture">
            <a:extLst>
              <a:ext uri="{FF2B5EF4-FFF2-40B4-BE49-F238E27FC236}">
                <a16:creationId xmlns:a16="http://schemas.microsoft.com/office/drawing/2014/main" id="{9D576FE6-05EC-4610-8B37-59904779AE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076700"/>
          </a:xfrm>
          <a:custGeom>
            <a:avLst/>
            <a:gdLst>
              <a:gd name="connsiteX0" fmla="*/ 0 w 12192000"/>
              <a:gd name="connsiteY0" fmla="*/ 0 h 4076700"/>
              <a:gd name="connsiteX1" fmla="*/ 12192000 w 12192000"/>
              <a:gd name="connsiteY1" fmla="*/ 0 h 4076700"/>
              <a:gd name="connsiteX2" fmla="*/ 12192000 w 12192000"/>
              <a:gd name="connsiteY2" fmla="*/ 4076700 h 4076700"/>
              <a:gd name="connsiteX3" fmla="*/ 3071416 w 12192000"/>
              <a:gd name="connsiteY3" fmla="*/ 4076700 h 4076700"/>
              <a:gd name="connsiteX4" fmla="*/ 3071416 w 12192000"/>
              <a:gd name="connsiteY4" fmla="*/ 1844700 h 4076700"/>
              <a:gd name="connsiteX5" fmla="*/ 839416 w 12192000"/>
              <a:gd name="connsiteY5" fmla="*/ 1844700 h 4076700"/>
              <a:gd name="connsiteX6" fmla="*/ 839416 w 12192000"/>
              <a:gd name="connsiteY6" fmla="*/ 4076700 h 4076700"/>
              <a:gd name="connsiteX7" fmla="*/ 0 w 12192000"/>
              <a:gd name="connsiteY7" fmla="*/ 4076700 h 407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6700">
                <a:moveTo>
                  <a:pt x="0" y="0"/>
                </a:moveTo>
                <a:lnTo>
                  <a:pt x="12192000" y="0"/>
                </a:lnTo>
                <a:lnTo>
                  <a:pt x="12192000" y="4076700"/>
                </a:lnTo>
                <a:lnTo>
                  <a:pt x="3071416" y="4076700"/>
                </a:lnTo>
                <a:lnTo>
                  <a:pt x="3071416" y="1844700"/>
                </a:lnTo>
                <a:lnTo>
                  <a:pt x="839416" y="1844700"/>
                </a:lnTo>
                <a:lnTo>
                  <a:pt x="839416" y="4076700"/>
                </a:lnTo>
                <a:lnTo>
                  <a:pt x="0" y="4076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6D99F1-B28E-47D9-8E8E-E14C6DF5F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4213" y="4292600"/>
            <a:ext cx="6407999" cy="780983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400"/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3" name="Untertitel 1">
            <a:extLst>
              <a:ext uri="{FF2B5EF4-FFF2-40B4-BE49-F238E27FC236}">
                <a16:creationId xmlns:a16="http://schemas.microsoft.com/office/drawing/2014/main" id="{FAC6BD1B-9849-451E-8BB2-53904153AB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3475" y="5408613"/>
            <a:ext cx="6408738" cy="830997"/>
          </a:xfrm>
        </p:spPr>
        <p:txBody>
          <a:bodyPr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Subtitle of Presentation: Reason, Client, Co-operation partner, Lecture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076367C-AB7D-479E-A208-D2465761542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39788" y="1841252"/>
            <a:ext cx="2235447" cy="2235448"/>
            <a:chOff x="5757863" y="1597024"/>
            <a:chExt cx="1971675" cy="1971675"/>
          </a:xfrm>
        </p:grpSpPr>
        <p:sp>
          <p:nvSpPr>
            <p:cNvPr id="13" name="AutoShape 61">
              <a:extLst>
                <a:ext uri="{FF2B5EF4-FFF2-40B4-BE49-F238E27FC236}">
                  <a16:creationId xmlns:a16="http://schemas.microsoft.com/office/drawing/2014/main" id="{021B169B-3729-4188-95EC-DF427B093B3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757863" y="1597024"/>
              <a:ext cx="1971675" cy="1971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63">
              <a:extLst>
                <a:ext uri="{FF2B5EF4-FFF2-40B4-BE49-F238E27FC236}">
                  <a16:creationId xmlns:a16="http://schemas.microsoft.com/office/drawing/2014/main" id="{DD3B038C-AB66-4A83-B4D7-6C3B1E091C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57863" y="1597024"/>
              <a:ext cx="1971675" cy="1971675"/>
            </a:xfrm>
            <a:prstGeom prst="rect">
              <a:avLst/>
            </a:prstGeom>
            <a:solidFill>
              <a:srgbClr val="97C13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64">
              <a:extLst>
                <a:ext uri="{FF2B5EF4-FFF2-40B4-BE49-F238E27FC236}">
                  <a16:creationId xmlns:a16="http://schemas.microsoft.com/office/drawing/2014/main" id="{A3EC7AD9-EFD9-4A37-9183-4C02724C53E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865813" y="1795463"/>
              <a:ext cx="1785938" cy="576263"/>
            </a:xfrm>
            <a:custGeom>
              <a:avLst/>
              <a:gdLst>
                <a:gd name="T0" fmla="*/ 880 w 4944"/>
                <a:gd name="T1" fmla="*/ 41 h 1592"/>
                <a:gd name="T2" fmla="*/ 0 w 4944"/>
                <a:gd name="T3" fmla="*/ 1553 h 1592"/>
                <a:gd name="T4" fmla="*/ 396 w 4944"/>
                <a:gd name="T5" fmla="*/ 960 h 1592"/>
                <a:gd name="T6" fmla="*/ 832 w 4944"/>
                <a:gd name="T7" fmla="*/ 628 h 1592"/>
                <a:gd name="T8" fmla="*/ 396 w 4944"/>
                <a:gd name="T9" fmla="*/ 376 h 1592"/>
                <a:gd name="T10" fmla="*/ 1923 w 4944"/>
                <a:gd name="T11" fmla="*/ 1290 h 1592"/>
                <a:gd name="T12" fmla="*/ 2448 w 4944"/>
                <a:gd name="T13" fmla="*/ 1553 h 1592"/>
                <a:gd name="T14" fmla="*/ 1437 w 4944"/>
                <a:gd name="T15" fmla="*/ 41 h 1592"/>
                <a:gd name="T16" fmla="*/ 1272 w 4944"/>
                <a:gd name="T17" fmla="*/ 1553 h 1592"/>
                <a:gd name="T18" fmla="*/ 1923 w 4944"/>
                <a:gd name="T19" fmla="*/ 1290 h 1592"/>
                <a:gd name="T20" fmla="*/ 1488 w 4944"/>
                <a:gd name="T21" fmla="*/ 990 h 1592"/>
                <a:gd name="T22" fmla="*/ 1655 w 4944"/>
                <a:gd name="T23" fmla="*/ 509 h 1592"/>
                <a:gd name="T24" fmla="*/ 2572 w 4944"/>
                <a:gd name="T25" fmla="*/ 1553 h 1592"/>
                <a:gd name="T26" fmla="*/ 2968 w 4944"/>
                <a:gd name="T27" fmla="*/ 1052 h 1592"/>
                <a:gd name="T28" fmla="*/ 3489 w 4944"/>
                <a:gd name="T29" fmla="*/ 999 h 1592"/>
                <a:gd name="T30" fmla="*/ 3734 w 4944"/>
                <a:gd name="T31" fmla="*/ 538 h 1592"/>
                <a:gd name="T32" fmla="*/ 3580 w 4944"/>
                <a:gd name="T33" fmla="*/ 163 h 1592"/>
                <a:gd name="T34" fmla="*/ 3179 w 4944"/>
                <a:gd name="T35" fmla="*/ 41 h 1592"/>
                <a:gd name="T36" fmla="*/ 2572 w 4944"/>
                <a:gd name="T37" fmla="*/ 1553 h 1592"/>
                <a:gd name="T38" fmla="*/ 3035 w 4944"/>
                <a:gd name="T39" fmla="*/ 357 h 1592"/>
                <a:gd name="T40" fmla="*/ 3237 w 4944"/>
                <a:gd name="T41" fmla="*/ 382 h 1592"/>
                <a:gd name="T42" fmla="*/ 3324 w 4944"/>
                <a:gd name="T43" fmla="*/ 552 h 1592"/>
                <a:gd name="T44" fmla="*/ 3232 w 4944"/>
                <a:gd name="T45" fmla="*/ 713 h 1592"/>
                <a:gd name="T46" fmla="*/ 3035 w 4944"/>
                <a:gd name="T47" fmla="*/ 736 h 1592"/>
                <a:gd name="T48" fmla="*/ 2968 w 4944"/>
                <a:gd name="T49" fmla="*/ 357 h 1592"/>
                <a:gd name="T50" fmla="*/ 4733 w 4944"/>
                <a:gd name="T51" fmla="*/ 60 h 1592"/>
                <a:gd name="T52" fmla="*/ 4403 w 4944"/>
                <a:gd name="T53" fmla="*/ 0 h 1592"/>
                <a:gd name="T54" fmla="*/ 4025 w 4944"/>
                <a:gd name="T55" fmla="*/ 140 h 1592"/>
                <a:gd name="T56" fmla="*/ 3878 w 4944"/>
                <a:gd name="T57" fmla="*/ 509 h 1592"/>
                <a:gd name="T58" fmla="*/ 3952 w 4944"/>
                <a:gd name="T59" fmla="*/ 766 h 1592"/>
                <a:gd name="T60" fmla="*/ 4151 w 4944"/>
                <a:gd name="T61" fmla="*/ 894 h 1592"/>
                <a:gd name="T62" fmla="*/ 4346 w 4944"/>
                <a:gd name="T63" fmla="*/ 953 h 1592"/>
                <a:gd name="T64" fmla="*/ 4472 w 4944"/>
                <a:gd name="T65" fmla="*/ 1008 h 1592"/>
                <a:gd name="T66" fmla="*/ 4531 w 4944"/>
                <a:gd name="T67" fmla="*/ 1109 h 1592"/>
                <a:gd name="T68" fmla="*/ 4472 w 4944"/>
                <a:gd name="T69" fmla="*/ 1224 h 1592"/>
                <a:gd name="T70" fmla="*/ 4339 w 4944"/>
                <a:gd name="T71" fmla="*/ 1260 h 1592"/>
                <a:gd name="T72" fmla="*/ 4092 w 4944"/>
                <a:gd name="T73" fmla="*/ 1185 h 1592"/>
                <a:gd name="T74" fmla="*/ 3814 w 4944"/>
                <a:gd name="T75" fmla="*/ 1420 h 1592"/>
                <a:gd name="T76" fmla="*/ 4163 w 4944"/>
                <a:gd name="T77" fmla="*/ 1572 h 1592"/>
                <a:gd name="T78" fmla="*/ 4506 w 4944"/>
                <a:gd name="T79" fmla="*/ 1579 h 1592"/>
                <a:gd name="T80" fmla="*/ 4786 w 4944"/>
                <a:gd name="T81" fmla="*/ 1450 h 1592"/>
                <a:gd name="T82" fmla="*/ 4931 w 4944"/>
                <a:gd name="T83" fmla="*/ 1194 h 1592"/>
                <a:gd name="T84" fmla="*/ 4917 w 4944"/>
                <a:gd name="T85" fmla="*/ 885 h 1592"/>
                <a:gd name="T86" fmla="*/ 4717 w 4944"/>
                <a:gd name="T87" fmla="*/ 688 h 1592"/>
                <a:gd name="T88" fmla="*/ 4467 w 4944"/>
                <a:gd name="T89" fmla="*/ 600 h 1592"/>
                <a:gd name="T90" fmla="*/ 4353 w 4944"/>
                <a:gd name="T91" fmla="*/ 555 h 1592"/>
                <a:gd name="T92" fmla="*/ 4291 w 4944"/>
                <a:gd name="T93" fmla="*/ 456 h 1592"/>
                <a:gd name="T94" fmla="*/ 4346 w 4944"/>
                <a:gd name="T95" fmla="*/ 362 h 1592"/>
                <a:gd name="T96" fmla="*/ 4460 w 4944"/>
                <a:gd name="T97" fmla="*/ 330 h 1592"/>
                <a:gd name="T98" fmla="*/ 4724 w 4944"/>
                <a:gd name="T99" fmla="*/ 431 h 1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944" h="1592">
                  <a:moveTo>
                    <a:pt x="880" y="376"/>
                  </a:moveTo>
                  <a:lnTo>
                    <a:pt x="880" y="41"/>
                  </a:lnTo>
                  <a:lnTo>
                    <a:pt x="0" y="41"/>
                  </a:lnTo>
                  <a:lnTo>
                    <a:pt x="0" y="1553"/>
                  </a:lnTo>
                  <a:lnTo>
                    <a:pt x="396" y="1553"/>
                  </a:lnTo>
                  <a:lnTo>
                    <a:pt x="396" y="960"/>
                  </a:lnTo>
                  <a:lnTo>
                    <a:pt x="832" y="960"/>
                  </a:lnTo>
                  <a:lnTo>
                    <a:pt x="832" y="628"/>
                  </a:lnTo>
                  <a:lnTo>
                    <a:pt x="396" y="628"/>
                  </a:lnTo>
                  <a:lnTo>
                    <a:pt x="396" y="376"/>
                  </a:lnTo>
                  <a:lnTo>
                    <a:pt x="880" y="376"/>
                  </a:lnTo>
                  <a:close/>
                  <a:moveTo>
                    <a:pt x="1923" y="1290"/>
                  </a:moveTo>
                  <a:lnTo>
                    <a:pt x="2026" y="1553"/>
                  </a:lnTo>
                  <a:lnTo>
                    <a:pt x="2448" y="1553"/>
                  </a:lnTo>
                  <a:lnTo>
                    <a:pt x="1873" y="41"/>
                  </a:lnTo>
                  <a:lnTo>
                    <a:pt x="1437" y="41"/>
                  </a:lnTo>
                  <a:lnTo>
                    <a:pt x="851" y="1553"/>
                  </a:lnTo>
                  <a:lnTo>
                    <a:pt x="1272" y="1553"/>
                  </a:lnTo>
                  <a:lnTo>
                    <a:pt x="1378" y="1290"/>
                  </a:lnTo>
                  <a:lnTo>
                    <a:pt x="1923" y="1290"/>
                  </a:lnTo>
                  <a:close/>
                  <a:moveTo>
                    <a:pt x="1818" y="990"/>
                  </a:moveTo>
                  <a:lnTo>
                    <a:pt x="1488" y="990"/>
                  </a:lnTo>
                  <a:lnTo>
                    <a:pt x="1653" y="509"/>
                  </a:lnTo>
                  <a:lnTo>
                    <a:pt x="1655" y="509"/>
                  </a:lnTo>
                  <a:lnTo>
                    <a:pt x="1818" y="990"/>
                  </a:lnTo>
                  <a:close/>
                  <a:moveTo>
                    <a:pt x="2572" y="1553"/>
                  </a:moveTo>
                  <a:lnTo>
                    <a:pt x="2968" y="1553"/>
                  </a:lnTo>
                  <a:lnTo>
                    <a:pt x="2968" y="1052"/>
                  </a:lnTo>
                  <a:lnTo>
                    <a:pt x="3193" y="1052"/>
                  </a:lnTo>
                  <a:cubicBezTo>
                    <a:pt x="3310" y="1054"/>
                    <a:pt x="3409" y="1034"/>
                    <a:pt x="3489" y="999"/>
                  </a:cubicBezTo>
                  <a:cubicBezTo>
                    <a:pt x="3569" y="963"/>
                    <a:pt x="3631" y="908"/>
                    <a:pt x="3672" y="832"/>
                  </a:cubicBezTo>
                  <a:cubicBezTo>
                    <a:pt x="3713" y="754"/>
                    <a:pt x="3734" y="658"/>
                    <a:pt x="3734" y="538"/>
                  </a:cubicBezTo>
                  <a:cubicBezTo>
                    <a:pt x="3734" y="451"/>
                    <a:pt x="3722" y="376"/>
                    <a:pt x="3695" y="314"/>
                  </a:cubicBezTo>
                  <a:cubicBezTo>
                    <a:pt x="3670" y="254"/>
                    <a:pt x="3628" y="199"/>
                    <a:pt x="3580" y="163"/>
                  </a:cubicBezTo>
                  <a:cubicBezTo>
                    <a:pt x="3532" y="119"/>
                    <a:pt x="3473" y="92"/>
                    <a:pt x="3404" y="71"/>
                  </a:cubicBezTo>
                  <a:cubicBezTo>
                    <a:pt x="3338" y="50"/>
                    <a:pt x="3262" y="41"/>
                    <a:pt x="3179" y="41"/>
                  </a:cubicBezTo>
                  <a:lnTo>
                    <a:pt x="2572" y="41"/>
                  </a:lnTo>
                  <a:lnTo>
                    <a:pt x="2572" y="1553"/>
                  </a:lnTo>
                  <a:close/>
                  <a:moveTo>
                    <a:pt x="2968" y="357"/>
                  </a:moveTo>
                  <a:lnTo>
                    <a:pt x="3035" y="357"/>
                  </a:lnTo>
                  <a:cubicBezTo>
                    <a:pt x="3074" y="357"/>
                    <a:pt x="3111" y="360"/>
                    <a:pt x="3145" y="362"/>
                  </a:cubicBezTo>
                  <a:cubicBezTo>
                    <a:pt x="3179" y="364"/>
                    <a:pt x="3212" y="373"/>
                    <a:pt x="3237" y="382"/>
                  </a:cubicBezTo>
                  <a:cubicBezTo>
                    <a:pt x="3262" y="394"/>
                    <a:pt x="3283" y="412"/>
                    <a:pt x="3299" y="442"/>
                  </a:cubicBezTo>
                  <a:cubicBezTo>
                    <a:pt x="3315" y="467"/>
                    <a:pt x="3319" y="504"/>
                    <a:pt x="3324" y="552"/>
                  </a:cubicBezTo>
                  <a:cubicBezTo>
                    <a:pt x="3319" y="598"/>
                    <a:pt x="3315" y="632"/>
                    <a:pt x="3296" y="658"/>
                  </a:cubicBezTo>
                  <a:cubicBezTo>
                    <a:pt x="3280" y="683"/>
                    <a:pt x="3260" y="701"/>
                    <a:pt x="3232" y="713"/>
                  </a:cubicBezTo>
                  <a:cubicBezTo>
                    <a:pt x="3205" y="724"/>
                    <a:pt x="3175" y="729"/>
                    <a:pt x="3140" y="733"/>
                  </a:cubicBezTo>
                  <a:cubicBezTo>
                    <a:pt x="3106" y="736"/>
                    <a:pt x="3072" y="736"/>
                    <a:pt x="3035" y="736"/>
                  </a:cubicBezTo>
                  <a:lnTo>
                    <a:pt x="2968" y="736"/>
                  </a:lnTo>
                  <a:lnTo>
                    <a:pt x="2968" y="357"/>
                  </a:lnTo>
                  <a:close/>
                  <a:moveTo>
                    <a:pt x="4880" y="126"/>
                  </a:moveTo>
                  <a:cubicBezTo>
                    <a:pt x="4837" y="101"/>
                    <a:pt x="4786" y="78"/>
                    <a:pt x="4733" y="60"/>
                  </a:cubicBezTo>
                  <a:cubicBezTo>
                    <a:pt x="4678" y="41"/>
                    <a:pt x="4623" y="25"/>
                    <a:pt x="4566" y="16"/>
                  </a:cubicBezTo>
                  <a:cubicBezTo>
                    <a:pt x="4508" y="7"/>
                    <a:pt x="4456" y="0"/>
                    <a:pt x="4403" y="0"/>
                  </a:cubicBezTo>
                  <a:cubicBezTo>
                    <a:pt x="4325" y="0"/>
                    <a:pt x="4257" y="14"/>
                    <a:pt x="4193" y="39"/>
                  </a:cubicBezTo>
                  <a:cubicBezTo>
                    <a:pt x="4128" y="62"/>
                    <a:pt x="4071" y="94"/>
                    <a:pt x="4025" y="140"/>
                  </a:cubicBezTo>
                  <a:cubicBezTo>
                    <a:pt x="3979" y="185"/>
                    <a:pt x="3943" y="238"/>
                    <a:pt x="3917" y="300"/>
                  </a:cubicBezTo>
                  <a:cubicBezTo>
                    <a:pt x="3890" y="362"/>
                    <a:pt x="3878" y="433"/>
                    <a:pt x="3878" y="509"/>
                  </a:cubicBezTo>
                  <a:cubicBezTo>
                    <a:pt x="3878" y="566"/>
                    <a:pt x="3883" y="619"/>
                    <a:pt x="3897" y="658"/>
                  </a:cubicBezTo>
                  <a:cubicBezTo>
                    <a:pt x="3908" y="701"/>
                    <a:pt x="3927" y="736"/>
                    <a:pt x="3952" y="766"/>
                  </a:cubicBezTo>
                  <a:cubicBezTo>
                    <a:pt x="3975" y="795"/>
                    <a:pt x="4002" y="821"/>
                    <a:pt x="4037" y="841"/>
                  </a:cubicBezTo>
                  <a:cubicBezTo>
                    <a:pt x="4069" y="860"/>
                    <a:pt x="4108" y="878"/>
                    <a:pt x="4151" y="894"/>
                  </a:cubicBezTo>
                  <a:cubicBezTo>
                    <a:pt x="4195" y="908"/>
                    <a:pt x="4241" y="921"/>
                    <a:pt x="4291" y="937"/>
                  </a:cubicBezTo>
                  <a:cubicBezTo>
                    <a:pt x="4307" y="940"/>
                    <a:pt x="4325" y="947"/>
                    <a:pt x="4346" y="953"/>
                  </a:cubicBezTo>
                  <a:cubicBezTo>
                    <a:pt x="4369" y="960"/>
                    <a:pt x="4392" y="965"/>
                    <a:pt x="4412" y="974"/>
                  </a:cubicBezTo>
                  <a:cubicBezTo>
                    <a:pt x="4435" y="983"/>
                    <a:pt x="4454" y="995"/>
                    <a:pt x="4472" y="1008"/>
                  </a:cubicBezTo>
                  <a:cubicBezTo>
                    <a:pt x="4488" y="1020"/>
                    <a:pt x="4502" y="1034"/>
                    <a:pt x="4513" y="1052"/>
                  </a:cubicBezTo>
                  <a:cubicBezTo>
                    <a:pt x="4525" y="1066"/>
                    <a:pt x="4531" y="1086"/>
                    <a:pt x="4531" y="1109"/>
                  </a:cubicBezTo>
                  <a:cubicBezTo>
                    <a:pt x="4531" y="1134"/>
                    <a:pt x="4525" y="1157"/>
                    <a:pt x="4513" y="1178"/>
                  </a:cubicBezTo>
                  <a:cubicBezTo>
                    <a:pt x="4502" y="1196"/>
                    <a:pt x="4488" y="1212"/>
                    <a:pt x="4472" y="1224"/>
                  </a:cubicBezTo>
                  <a:cubicBezTo>
                    <a:pt x="4451" y="1237"/>
                    <a:pt x="4431" y="1244"/>
                    <a:pt x="4408" y="1251"/>
                  </a:cubicBezTo>
                  <a:cubicBezTo>
                    <a:pt x="4385" y="1258"/>
                    <a:pt x="4362" y="1260"/>
                    <a:pt x="4339" y="1260"/>
                  </a:cubicBezTo>
                  <a:cubicBezTo>
                    <a:pt x="4293" y="1260"/>
                    <a:pt x="4250" y="1253"/>
                    <a:pt x="4211" y="1240"/>
                  </a:cubicBezTo>
                  <a:cubicBezTo>
                    <a:pt x="4167" y="1224"/>
                    <a:pt x="4128" y="1208"/>
                    <a:pt x="4092" y="1185"/>
                  </a:cubicBezTo>
                  <a:cubicBezTo>
                    <a:pt x="4055" y="1159"/>
                    <a:pt x="4021" y="1132"/>
                    <a:pt x="3984" y="1105"/>
                  </a:cubicBezTo>
                  <a:lnTo>
                    <a:pt x="3814" y="1420"/>
                  </a:lnTo>
                  <a:cubicBezTo>
                    <a:pt x="3869" y="1457"/>
                    <a:pt x="3922" y="1489"/>
                    <a:pt x="3982" y="1514"/>
                  </a:cubicBezTo>
                  <a:cubicBezTo>
                    <a:pt x="4039" y="1540"/>
                    <a:pt x="4099" y="1560"/>
                    <a:pt x="4163" y="1572"/>
                  </a:cubicBezTo>
                  <a:cubicBezTo>
                    <a:pt x="4225" y="1588"/>
                    <a:pt x="4291" y="1592"/>
                    <a:pt x="4353" y="1592"/>
                  </a:cubicBezTo>
                  <a:cubicBezTo>
                    <a:pt x="4403" y="1592"/>
                    <a:pt x="4456" y="1590"/>
                    <a:pt x="4506" y="1579"/>
                  </a:cubicBezTo>
                  <a:cubicBezTo>
                    <a:pt x="4559" y="1570"/>
                    <a:pt x="4609" y="1553"/>
                    <a:pt x="4655" y="1531"/>
                  </a:cubicBezTo>
                  <a:cubicBezTo>
                    <a:pt x="4704" y="1512"/>
                    <a:pt x="4747" y="1485"/>
                    <a:pt x="4786" y="1450"/>
                  </a:cubicBezTo>
                  <a:cubicBezTo>
                    <a:pt x="4827" y="1416"/>
                    <a:pt x="4860" y="1379"/>
                    <a:pt x="4880" y="1333"/>
                  </a:cubicBezTo>
                  <a:cubicBezTo>
                    <a:pt x="4905" y="1290"/>
                    <a:pt x="4922" y="1244"/>
                    <a:pt x="4931" y="1194"/>
                  </a:cubicBezTo>
                  <a:cubicBezTo>
                    <a:pt x="4942" y="1146"/>
                    <a:pt x="4944" y="1095"/>
                    <a:pt x="4944" y="1045"/>
                  </a:cubicBezTo>
                  <a:cubicBezTo>
                    <a:pt x="4944" y="983"/>
                    <a:pt x="4935" y="931"/>
                    <a:pt x="4917" y="885"/>
                  </a:cubicBezTo>
                  <a:cubicBezTo>
                    <a:pt x="4896" y="841"/>
                    <a:pt x="4871" y="802"/>
                    <a:pt x="4837" y="770"/>
                  </a:cubicBezTo>
                  <a:cubicBezTo>
                    <a:pt x="4802" y="738"/>
                    <a:pt x="4763" y="710"/>
                    <a:pt x="4717" y="688"/>
                  </a:cubicBezTo>
                  <a:cubicBezTo>
                    <a:pt x="4671" y="665"/>
                    <a:pt x="4623" y="646"/>
                    <a:pt x="4568" y="632"/>
                  </a:cubicBezTo>
                  <a:lnTo>
                    <a:pt x="4467" y="600"/>
                  </a:lnTo>
                  <a:cubicBezTo>
                    <a:pt x="4449" y="598"/>
                    <a:pt x="4428" y="589"/>
                    <a:pt x="4410" y="582"/>
                  </a:cubicBezTo>
                  <a:cubicBezTo>
                    <a:pt x="4389" y="573"/>
                    <a:pt x="4369" y="564"/>
                    <a:pt x="4353" y="555"/>
                  </a:cubicBezTo>
                  <a:cubicBezTo>
                    <a:pt x="4334" y="543"/>
                    <a:pt x="4321" y="529"/>
                    <a:pt x="4309" y="513"/>
                  </a:cubicBezTo>
                  <a:cubicBezTo>
                    <a:pt x="4296" y="497"/>
                    <a:pt x="4291" y="479"/>
                    <a:pt x="4291" y="456"/>
                  </a:cubicBezTo>
                  <a:cubicBezTo>
                    <a:pt x="4291" y="438"/>
                    <a:pt x="4296" y="417"/>
                    <a:pt x="4307" y="399"/>
                  </a:cubicBezTo>
                  <a:cubicBezTo>
                    <a:pt x="4318" y="385"/>
                    <a:pt x="4330" y="373"/>
                    <a:pt x="4346" y="362"/>
                  </a:cubicBezTo>
                  <a:cubicBezTo>
                    <a:pt x="4367" y="353"/>
                    <a:pt x="4383" y="343"/>
                    <a:pt x="4403" y="339"/>
                  </a:cubicBezTo>
                  <a:cubicBezTo>
                    <a:pt x="4424" y="332"/>
                    <a:pt x="4442" y="330"/>
                    <a:pt x="4460" y="330"/>
                  </a:cubicBezTo>
                  <a:cubicBezTo>
                    <a:pt x="4508" y="330"/>
                    <a:pt x="4557" y="341"/>
                    <a:pt x="4600" y="357"/>
                  </a:cubicBezTo>
                  <a:cubicBezTo>
                    <a:pt x="4646" y="376"/>
                    <a:pt x="4685" y="399"/>
                    <a:pt x="4724" y="431"/>
                  </a:cubicBezTo>
                  <a:lnTo>
                    <a:pt x="4880" y="1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5410199"/>
            <a:ext cx="2179589" cy="89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77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pos="3114">
          <p15:clr>
            <a:srgbClr val="A4A3A4"/>
          </p15:clr>
        </p15:guide>
        <p15:guide id="26" orient="horz" pos="2704">
          <p15:clr>
            <a:srgbClr val="A4A3A4"/>
          </p15:clr>
        </p15:guide>
        <p15:guide id="27" orient="horz" pos="3407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ehrstuhl">
            <a:extLst>
              <a:ext uri="{FF2B5EF4-FFF2-40B4-BE49-F238E27FC236}">
                <a16:creationId xmlns:a16="http://schemas.microsoft.com/office/drawing/2014/main" id="{865F1AB1-09E4-48E8-BD15-25AFDFED9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4292600"/>
            <a:ext cx="2459969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Prof. Dr.-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Jörg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Franke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Institute for Factory Automation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Production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Friedrich-Alexander University Erlangen-Nuremberg</a:t>
            </a:r>
          </a:p>
        </p:txBody>
      </p:sp>
      <p:sp>
        <p:nvSpPr>
          <p:cNvPr id="7" name="Thank you">
            <a:extLst>
              <a:ext uri="{FF2B5EF4-FFF2-40B4-BE49-F238E27FC236}">
                <a16:creationId xmlns:a16="http://schemas.microsoft.com/office/drawing/2014/main" id="{B8AEBB16-568B-416C-A52D-B9D0B7AD8666}"/>
              </a:ext>
            </a:extLst>
          </p:cNvPr>
          <p:cNvSpPr txBox="1"/>
          <p:nvPr/>
        </p:nvSpPr>
        <p:spPr>
          <a:xfrm>
            <a:off x="6791155" y="4811018"/>
            <a:ext cx="4561057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6000" b="1" cap="all" baseline="0" noProof="0"/>
              <a:t>Thank you</a:t>
            </a:r>
          </a:p>
        </p:txBody>
      </p:sp>
      <p:sp>
        <p:nvSpPr>
          <p:cNvPr id="9" name="Title Picture">
            <a:extLst>
              <a:ext uri="{FF2B5EF4-FFF2-40B4-BE49-F238E27FC236}">
                <a16:creationId xmlns:a16="http://schemas.microsoft.com/office/drawing/2014/main" id="{9D576FE6-05EC-4610-8B37-59904779AE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076700"/>
          </a:xfrm>
          <a:custGeom>
            <a:avLst/>
            <a:gdLst>
              <a:gd name="connsiteX0" fmla="*/ 0 w 12192000"/>
              <a:gd name="connsiteY0" fmla="*/ 0 h 4076700"/>
              <a:gd name="connsiteX1" fmla="*/ 12192000 w 12192000"/>
              <a:gd name="connsiteY1" fmla="*/ 0 h 4076700"/>
              <a:gd name="connsiteX2" fmla="*/ 12192000 w 12192000"/>
              <a:gd name="connsiteY2" fmla="*/ 4076700 h 4076700"/>
              <a:gd name="connsiteX3" fmla="*/ 3071416 w 12192000"/>
              <a:gd name="connsiteY3" fmla="*/ 4076700 h 4076700"/>
              <a:gd name="connsiteX4" fmla="*/ 3071416 w 12192000"/>
              <a:gd name="connsiteY4" fmla="*/ 1844700 h 4076700"/>
              <a:gd name="connsiteX5" fmla="*/ 839416 w 12192000"/>
              <a:gd name="connsiteY5" fmla="*/ 1844700 h 4076700"/>
              <a:gd name="connsiteX6" fmla="*/ 839416 w 12192000"/>
              <a:gd name="connsiteY6" fmla="*/ 4076700 h 4076700"/>
              <a:gd name="connsiteX7" fmla="*/ 0 w 12192000"/>
              <a:gd name="connsiteY7" fmla="*/ 4076700 h 407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6700">
                <a:moveTo>
                  <a:pt x="0" y="0"/>
                </a:moveTo>
                <a:lnTo>
                  <a:pt x="12192000" y="0"/>
                </a:lnTo>
                <a:lnTo>
                  <a:pt x="12192000" y="4076700"/>
                </a:lnTo>
                <a:lnTo>
                  <a:pt x="3071416" y="4076700"/>
                </a:lnTo>
                <a:lnTo>
                  <a:pt x="3071416" y="1844700"/>
                </a:lnTo>
                <a:lnTo>
                  <a:pt x="839416" y="1844700"/>
                </a:lnTo>
                <a:lnTo>
                  <a:pt x="839416" y="4076700"/>
                </a:lnTo>
                <a:lnTo>
                  <a:pt x="0" y="4076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076367C-AB7D-479E-A208-D2465761542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39788" y="1841252"/>
            <a:ext cx="2235447" cy="2235448"/>
            <a:chOff x="5757863" y="1597024"/>
            <a:chExt cx="1971675" cy="1971675"/>
          </a:xfrm>
        </p:grpSpPr>
        <p:sp>
          <p:nvSpPr>
            <p:cNvPr id="19" name="AutoShape 61">
              <a:extLst>
                <a:ext uri="{FF2B5EF4-FFF2-40B4-BE49-F238E27FC236}">
                  <a16:creationId xmlns:a16="http://schemas.microsoft.com/office/drawing/2014/main" id="{021B169B-3729-4188-95EC-DF427B093B3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757863" y="1597024"/>
              <a:ext cx="1971675" cy="1971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63">
              <a:extLst>
                <a:ext uri="{FF2B5EF4-FFF2-40B4-BE49-F238E27FC236}">
                  <a16:creationId xmlns:a16="http://schemas.microsoft.com/office/drawing/2014/main" id="{DD3B038C-AB66-4A83-B4D7-6C3B1E091C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57863" y="1597024"/>
              <a:ext cx="1971675" cy="1971675"/>
            </a:xfrm>
            <a:prstGeom prst="rect">
              <a:avLst/>
            </a:prstGeom>
            <a:solidFill>
              <a:srgbClr val="97C13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4">
              <a:extLst>
                <a:ext uri="{FF2B5EF4-FFF2-40B4-BE49-F238E27FC236}">
                  <a16:creationId xmlns:a16="http://schemas.microsoft.com/office/drawing/2014/main" id="{A3EC7AD9-EFD9-4A37-9183-4C02724C53E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865813" y="1795463"/>
              <a:ext cx="1785938" cy="576263"/>
            </a:xfrm>
            <a:custGeom>
              <a:avLst/>
              <a:gdLst>
                <a:gd name="T0" fmla="*/ 880 w 4944"/>
                <a:gd name="T1" fmla="*/ 41 h 1592"/>
                <a:gd name="T2" fmla="*/ 0 w 4944"/>
                <a:gd name="T3" fmla="*/ 1553 h 1592"/>
                <a:gd name="T4" fmla="*/ 396 w 4944"/>
                <a:gd name="T5" fmla="*/ 960 h 1592"/>
                <a:gd name="T6" fmla="*/ 832 w 4944"/>
                <a:gd name="T7" fmla="*/ 628 h 1592"/>
                <a:gd name="T8" fmla="*/ 396 w 4944"/>
                <a:gd name="T9" fmla="*/ 376 h 1592"/>
                <a:gd name="T10" fmla="*/ 1923 w 4944"/>
                <a:gd name="T11" fmla="*/ 1290 h 1592"/>
                <a:gd name="T12" fmla="*/ 2448 w 4944"/>
                <a:gd name="T13" fmla="*/ 1553 h 1592"/>
                <a:gd name="T14" fmla="*/ 1437 w 4944"/>
                <a:gd name="T15" fmla="*/ 41 h 1592"/>
                <a:gd name="T16" fmla="*/ 1272 w 4944"/>
                <a:gd name="T17" fmla="*/ 1553 h 1592"/>
                <a:gd name="T18" fmla="*/ 1923 w 4944"/>
                <a:gd name="T19" fmla="*/ 1290 h 1592"/>
                <a:gd name="T20" fmla="*/ 1488 w 4944"/>
                <a:gd name="T21" fmla="*/ 990 h 1592"/>
                <a:gd name="T22" fmla="*/ 1655 w 4944"/>
                <a:gd name="T23" fmla="*/ 509 h 1592"/>
                <a:gd name="T24" fmla="*/ 2572 w 4944"/>
                <a:gd name="T25" fmla="*/ 1553 h 1592"/>
                <a:gd name="T26" fmla="*/ 2968 w 4944"/>
                <a:gd name="T27" fmla="*/ 1052 h 1592"/>
                <a:gd name="T28" fmla="*/ 3489 w 4944"/>
                <a:gd name="T29" fmla="*/ 999 h 1592"/>
                <a:gd name="T30" fmla="*/ 3734 w 4944"/>
                <a:gd name="T31" fmla="*/ 538 h 1592"/>
                <a:gd name="T32" fmla="*/ 3580 w 4944"/>
                <a:gd name="T33" fmla="*/ 163 h 1592"/>
                <a:gd name="T34" fmla="*/ 3179 w 4944"/>
                <a:gd name="T35" fmla="*/ 41 h 1592"/>
                <a:gd name="T36" fmla="*/ 2572 w 4944"/>
                <a:gd name="T37" fmla="*/ 1553 h 1592"/>
                <a:gd name="T38" fmla="*/ 3035 w 4944"/>
                <a:gd name="T39" fmla="*/ 357 h 1592"/>
                <a:gd name="T40" fmla="*/ 3237 w 4944"/>
                <a:gd name="T41" fmla="*/ 382 h 1592"/>
                <a:gd name="T42" fmla="*/ 3324 w 4944"/>
                <a:gd name="T43" fmla="*/ 552 h 1592"/>
                <a:gd name="T44" fmla="*/ 3232 w 4944"/>
                <a:gd name="T45" fmla="*/ 713 h 1592"/>
                <a:gd name="T46" fmla="*/ 3035 w 4944"/>
                <a:gd name="T47" fmla="*/ 736 h 1592"/>
                <a:gd name="T48" fmla="*/ 2968 w 4944"/>
                <a:gd name="T49" fmla="*/ 357 h 1592"/>
                <a:gd name="T50" fmla="*/ 4733 w 4944"/>
                <a:gd name="T51" fmla="*/ 60 h 1592"/>
                <a:gd name="T52" fmla="*/ 4403 w 4944"/>
                <a:gd name="T53" fmla="*/ 0 h 1592"/>
                <a:gd name="T54" fmla="*/ 4025 w 4944"/>
                <a:gd name="T55" fmla="*/ 140 h 1592"/>
                <a:gd name="T56" fmla="*/ 3878 w 4944"/>
                <a:gd name="T57" fmla="*/ 509 h 1592"/>
                <a:gd name="T58" fmla="*/ 3952 w 4944"/>
                <a:gd name="T59" fmla="*/ 766 h 1592"/>
                <a:gd name="T60" fmla="*/ 4151 w 4944"/>
                <a:gd name="T61" fmla="*/ 894 h 1592"/>
                <a:gd name="T62" fmla="*/ 4346 w 4944"/>
                <a:gd name="T63" fmla="*/ 953 h 1592"/>
                <a:gd name="T64" fmla="*/ 4472 w 4944"/>
                <a:gd name="T65" fmla="*/ 1008 h 1592"/>
                <a:gd name="T66" fmla="*/ 4531 w 4944"/>
                <a:gd name="T67" fmla="*/ 1109 h 1592"/>
                <a:gd name="T68" fmla="*/ 4472 w 4944"/>
                <a:gd name="T69" fmla="*/ 1224 h 1592"/>
                <a:gd name="T70" fmla="*/ 4339 w 4944"/>
                <a:gd name="T71" fmla="*/ 1260 h 1592"/>
                <a:gd name="T72" fmla="*/ 4092 w 4944"/>
                <a:gd name="T73" fmla="*/ 1185 h 1592"/>
                <a:gd name="T74" fmla="*/ 3814 w 4944"/>
                <a:gd name="T75" fmla="*/ 1420 h 1592"/>
                <a:gd name="T76" fmla="*/ 4163 w 4944"/>
                <a:gd name="T77" fmla="*/ 1572 h 1592"/>
                <a:gd name="T78" fmla="*/ 4506 w 4944"/>
                <a:gd name="T79" fmla="*/ 1579 h 1592"/>
                <a:gd name="T80" fmla="*/ 4786 w 4944"/>
                <a:gd name="T81" fmla="*/ 1450 h 1592"/>
                <a:gd name="T82" fmla="*/ 4931 w 4944"/>
                <a:gd name="T83" fmla="*/ 1194 h 1592"/>
                <a:gd name="T84" fmla="*/ 4917 w 4944"/>
                <a:gd name="T85" fmla="*/ 885 h 1592"/>
                <a:gd name="T86" fmla="*/ 4717 w 4944"/>
                <a:gd name="T87" fmla="*/ 688 h 1592"/>
                <a:gd name="T88" fmla="*/ 4467 w 4944"/>
                <a:gd name="T89" fmla="*/ 600 h 1592"/>
                <a:gd name="T90" fmla="*/ 4353 w 4944"/>
                <a:gd name="T91" fmla="*/ 555 h 1592"/>
                <a:gd name="T92" fmla="*/ 4291 w 4944"/>
                <a:gd name="T93" fmla="*/ 456 h 1592"/>
                <a:gd name="T94" fmla="*/ 4346 w 4944"/>
                <a:gd name="T95" fmla="*/ 362 h 1592"/>
                <a:gd name="T96" fmla="*/ 4460 w 4944"/>
                <a:gd name="T97" fmla="*/ 330 h 1592"/>
                <a:gd name="T98" fmla="*/ 4724 w 4944"/>
                <a:gd name="T99" fmla="*/ 431 h 1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944" h="1592">
                  <a:moveTo>
                    <a:pt x="880" y="376"/>
                  </a:moveTo>
                  <a:lnTo>
                    <a:pt x="880" y="41"/>
                  </a:lnTo>
                  <a:lnTo>
                    <a:pt x="0" y="41"/>
                  </a:lnTo>
                  <a:lnTo>
                    <a:pt x="0" y="1553"/>
                  </a:lnTo>
                  <a:lnTo>
                    <a:pt x="396" y="1553"/>
                  </a:lnTo>
                  <a:lnTo>
                    <a:pt x="396" y="960"/>
                  </a:lnTo>
                  <a:lnTo>
                    <a:pt x="832" y="960"/>
                  </a:lnTo>
                  <a:lnTo>
                    <a:pt x="832" y="628"/>
                  </a:lnTo>
                  <a:lnTo>
                    <a:pt x="396" y="628"/>
                  </a:lnTo>
                  <a:lnTo>
                    <a:pt x="396" y="376"/>
                  </a:lnTo>
                  <a:lnTo>
                    <a:pt x="880" y="376"/>
                  </a:lnTo>
                  <a:close/>
                  <a:moveTo>
                    <a:pt x="1923" y="1290"/>
                  </a:moveTo>
                  <a:lnTo>
                    <a:pt x="2026" y="1553"/>
                  </a:lnTo>
                  <a:lnTo>
                    <a:pt x="2448" y="1553"/>
                  </a:lnTo>
                  <a:lnTo>
                    <a:pt x="1873" y="41"/>
                  </a:lnTo>
                  <a:lnTo>
                    <a:pt x="1437" y="41"/>
                  </a:lnTo>
                  <a:lnTo>
                    <a:pt x="851" y="1553"/>
                  </a:lnTo>
                  <a:lnTo>
                    <a:pt x="1272" y="1553"/>
                  </a:lnTo>
                  <a:lnTo>
                    <a:pt x="1378" y="1290"/>
                  </a:lnTo>
                  <a:lnTo>
                    <a:pt x="1923" y="1290"/>
                  </a:lnTo>
                  <a:close/>
                  <a:moveTo>
                    <a:pt x="1818" y="990"/>
                  </a:moveTo>
                  <a:lnTo>
                    <a:pt x="1488" y="990"/>
                  </a:lnTo>
                  <a:lnTo>
                    <a:pt x="1653" y="509"/>
                  </a:lnTo>
                  <a:lnTo>
                    <a:pt x="1655" y="509"/>
                  </a:lnTo>
                  <a:lnTo>
                    <a:pt x="1818" y="990"/>
                  </a:lnTo>
                  <a:close/>
                  <a:moveTo>
                    <a:pt x="2572" y="1553"/>
                  </a:moveTo>
                  <a:lnTo>
                    <a:pt x="2968" y="1553"/>
                  </a:lnTo>
                  <a:lnTo>
                    <a:pt x="2968" y="1052"/>
                  </a:lnTo>
                  <a:lnTo>
                    <a:pt x="3193" y="1052"/>
                  </a:lnTo>
                  <a:cubicBezTo>
                    <a:pt x="3310" y="1054"/>
                    <a:pt x="3409" y="1034"/>
                    <a:pt x="3489" y="999"/>
                  </a:cubicBezTo>
                  <a:cubicBezTo>
                    <a:pt x="3569" y="963"/>
                    <a:pt x="3631" y="908"/>
                    <a:pt x="3672" y="832"/>
                  </a:cubicBezTo>
                  <a:cubicBezTo>
                    <a:pt x="3713" y="754"/>
                    <a:pt x="3734" y="658"/>
                    <a:pt x="3734" y="538"/>
                  </a:cubicBezTo>
                  <a:cubicBezTo>
                    <a:pt x="3734" y="451"/>
                    <a:pt x="3722" y="376"/>
                    <a:pt x="3695" y="314"/>
                  </a:cubicBezTo>
                  <a:cubicBezTo>
                    <a:pt x="3670" y="254"/>
                    <a:pt x="3628" y="199"/>
                    <a:pt x="3580" y="163"/>
                  </a:cubicBezTo>
                  <a:cubicBezTo>
                    <a:pt x="3532" y="119"/>
                    <a:pt x="3473" y="92"/>
                    <a:pt x="3404" y="71"/>
                  </a:cubicBezTo>
                  <a:cubicBezTo>
                    <a:pt x="3338" y="50"/>
                    <a:pt x="3262" y="41"/>
                    <a:pt x="3179" y="41"/>
                  </a:cubicBezTo>
                  <a:lnTo>
                    <a:pt x="2572" y="41"/>
                  </a:lnTo>
                  <a:lnTo>
                    <a:pt x="2572" y="1553"/>
                  </a:lnTo>
                  <a:close/>
                  <a:moveTo>
                    <a:pt x="2968" y="357"/>
                  </a:moveTo>
                  <a:lnTo>
                    <a:pt x="3035" y="357"/>
                  </a:lnTo>
                  <a:cubicBezTo>
                    <a:pt x="3074" y="357"/>
                    <a:pt x="3111" y="360"/>
                    <a:pt x="3145" y="362"/>
                  </a:cubicBezTo>
                  <a:cubicBezTo>
                    <a:pt x="3179" y="364"/>
                    <a:pt x="3212" y="373"/>
                    <a:pt x="3237" y="382"/>
                  </a:cubicBezTo>
                  <a:cubicBezTo>
                    <a:pt x="3262" y="394"/>
                    <a:pt x="3283" y="412"/>
                    <a:pt x="3299" y="442"/>
                  </a:cubicBezTo>
                  <a:cubicBezTo>
                    <a:pt x="3315" y="467"/>
                    <a:pt x="3319" y="504"/>
                    <a:pt x="3324" y="552"/>
                  </a:cubicBezTo>
                  <a:cubicBezTo>
                    <a:pt x="3319" y="598"/>
                    <a:pt x="3315" y="632"/>
                    <a:pt x="3296" y="658"/>
                  </a:cubicBezTo>
                  <a:cubicBezTo>
                    <a:pt x="3280" y="683"/>
                    <a:pt x="3260" y="701"/>
                    <a:pt x="3232" y="713"/>
                  </a:cubicBezTo>
                  <a:cubicBezTo>
                    <a:pt x="3205" y="724"/>
                    <a:pt x="3175" y="729"/>
                    <a:pt x="3140" y="733"/>
                  </a:cubicBezTo>
                  <a:cubicBezTo>
                    <a:pt x="3106" y="736"/>
                    <a:pt x="3072" y="736"/>
                    <a:pt x="3035" y="736"/>
                  </a:cubicBezTo>
                  <a:lnTo>
                    <a:pt x="2968" y="736"/>
                  </a:lnTo>
                  <a:lnTo>
                    <a:pt x="2968" y="357"/>
                  </a:lnTo>
                  <a:close/>
                  <a:moveTo>
                    <a:pt x="4880" y="126"/>
                  </a:moveTo>
                  <a:cubicBezTo>
                    <a:pt x="4837" y="101"/>
                    <a:pt x="4786" y="78"/>
                    <a:pt x="4733" y="60"/>
                  </a:cubicBezTo>
                  <a:cubicBezTo>
                    <a:pt x="4678" y="41"/>
                    <a:pt x="4623" y="25"/>
                    <a:pt x="4566" y="16"/>
                  </a:cubicBezTo>
                  <a:cubicBezTo>
                    <a:pt x="4508" y="7"/>
                    <a:pt x="4456" y="0"/>
                    <a:pt x="4403" y="0"/>
                  </a:cubicBezTo>
                  <a:cubicBezTo>
                    <a:pt x="4325" y="0"/>
                    <a:pt x="4257" y="14"/>
                    <a:pt x="4193" y="39"/>
                  </a:cubicBezTo>
                  <a:cubicBezTo>
                    <a:pt x="4128" y="62"/>
                    <a:pt x="4071" y="94"/>
                    <a:pt x="4025" y="140"/>
                  </a:cubicBezTo>
                  <a:cubicBezTo>
                    <a:pt x="3979" y="185"/>
                    <a:pt x="3943" y="238"/>
                    <a:pt x="3917" y="300"/>
                  </a:cubicBezTo>
                  <a:cubicBezTo>
                    <a:pt x="3890" y="362"/>
                    <a:pt x="3878" y="433"/>
                    <a:pt x="3878" y="509"/>
                  </a:cubicBezTo>
                  <a:cubicBezTo>
                    <a:pt x="3878" y="566"/>
                    <a:pt x="3883" y="619"/>
                    <a:pt x="3897" y="658"/>
                  </a:cubicBezTo>
                  <a:cubicBezTo>
                    <a:pt x="3908" y="701"/>
                    <a:pt x="3927" y="736"/>
                    <a:pt x="3952" y="766"/>
                  </a:cubicBezTo>
                  <a:cubicBezTo>
                    <a:pt x="3975" y="795"/>
                    <a:pt x="4002" y="821"/>
                    <a:pt x="4037" y="841"/>
                  </a:cubicBezTo>
                  <a:cubicBezTo>
                    <a:pt x="4069" y="860"/>
                    <a:pt x="4108" y="878"/>
                    <a:pt x="4151" y="894"/>
                  </a:cubicBezTo>
                  <a:cubicBezTo>
                    <a:pt x="4195" y="908"/>
                    <a:pt x="4241" y="921"/>
                    <a:pt x="4291" y="937"/>
                  </a:cubicBezTo>
                  <a:cubicBezTo>
                    <a:pt x="4307" y="940"/>
                    <a:pt x="4325" y="947"/>
                    <a:pt x="4346" y="953"/>
                  </a:cubicBezTo>
                  <a:cubicBezTo>
                    <a:pt x="4369" y="960"/>
                    <a:pt x="4392" y="965"/>
                    <a:pt x="4412" y="974"/>
                  </a:cubicBezTo>
                  <a:cubicBezTo>
                    <a:pt x="4435" y="983"/>
                    <a:pt x="4454" y="995"/>
                    <a:pt x="4472" y="1008"/>
                  </a:cubicBezTo>
                  <a:cubicBezTo>
                    <a:pt x="4488" y="1020"/>
                    <a:pt x="4502" y="1034"/>
                    <a:pt x="4513" y="1052"/>
                  </a:cubicBezTo>
                  <a:cubicBezTo>
                    <a:pt x="4525" y="1066"/>
                    <a:pt x="4531" y="1086"/>
                    <a:pt x="4531" y="1109"/>
                  </a:cubicBezTo>
                  <a:cubicBezTo>
                    <a:pt x="4531" y="1134"/>
                    <a:pt x="4525" y="1157"/>
                    <a:pt x="4513" y="1178"/>
                  </a:cubicBezTo>
                  <a:cubicBezTo>
                    <a:pt x="4502" y="1196"/>
                    <a:pt x="4488" y="1212"/>
                    <a:pt x="4472" y="1224"/>
                  </a:cubicBezTo>
                  <a:cubicBezTo>
                    <a:pt x="4451" y="1237"/>
                    <a:pt x="4431" y="1244"/>
                    <a:pt x="4408" y="1251"/>
                  </a:cubicBezTo>
                  <a:cubicBezTo>
                    <a:pt x="4385" y="1258"/>
                    <a:pt x="4362" y="1260"/>
                    <a:pt x="4339" y="1260"/>
                  </a:cubicBezTo>
                  <a:cubicBezTo>
                    <a:pt x="4293" y="1260"/>
                    <a:pt x="4250" y="1253"/>
                    <a:pt x="4211" y="1240"/>
                  </a:cubicBezTo>
                  <a:cubicBezTo>
                    <a:pt x="4167" y="1224"/>
                    <a:pt x="4128" y="1208"/>
                    <a:pt x="4092" y="1185"/>
                  </a:cubicBezTo>
                  <a:cubicBezTo>
                    <a:pt x="4055" y="1159"/>
                    <a:pt x="4021" y="1132"/>
                    <a:pt x="3984" y="1105"/>
                  </a:cubicBezTo>
                  <a:lnTo>
                    <a:pt x="3814" y="1420"/>
                  </a:lnTo>
                  <a:cubicBezTo>
                    <a:pt x="3869" y="1457"/>
                    <a:pt x="3922" y="1489"/>
                    <a:pt x="3982" y="1514"/>
                  </a:cubicBezTo>
                  <a:cubicBezTo>
                    <a:pt x="4039" y="1540"/>
                    <a:pt x="4099" y="1560"/>
                    <a:pt x="4163" y="1572"/>
                  </a:cubicBezTo>
                  <a:cubicBezTo>
                    <a:pt x="4225" y="1588"/>
                    <a:pt x="4291" y="1592"/>
                    <a:pt x="4353" y="1592"/>
                  </a:cubicBezTo>
                  <a:cubicBezTo>
                    <a:pt x="4403" y="1592"/>
                    <a:pt x="4456" y="1590"/>
                    <a:pt x="4506" y="1579"/>
                  </a:cubicBezTo>
                  <a:cubicBezTo>
                    <a:pt x="4559" y="1570"/>
                    <a:pt x="4609" y="1553"/>
                    <a:pt x="4655" y="1531"/>
                  </a:cubicBezTo>
                  <a:cubicBezTo>
                    <a:pt x="4704" y="1512"/>
                    <a:pt x="4747" y="1485"/>
                    <a:pt x="4786" y="1450"/>
                  </a:cubicBezTo>
                  <a:cubicBezTo>
                    <a:pt x="4827" y="1416"/>
                    <a:pt x="4860" y="1379"/>
                    <a:pt x="4880" y="1333"/>
                  </a:cubicBezTo>
                  <a:cubicBezTo>
                    <a:pt x="4905" y="1290"/>
                    <a:pt x="4922" y="1244"/>
                    <a:pt x="4931" y="1194"/>
                  </a:cubicBezTo>
                  <a:cubicBezTo>
                    <a:pt x="4942" y="1146"/>
                    <a:pt x="4944" y="1095"/>
                    <a:pt x="4944" y="1045"/>
                  </a:cubicBezTo>
                  <a:cubicBezTo>
                    <a:pt x="4944" y="983"/>
                    <a:pt x="4935" y="931"/>
                    <a:pt x="4917" y="885"/>
                  </a:cubicBezTo>
                  <a:cubicBezTo>
                    <a:pt x="4896" y="841"/>
                    <a:pt x="4871" y="802"/>
                    <a:pt x="4837" y="770"/>
                  </a:cubicBezTo>
                  <a:cubicBezTo>
                    <a:pt x="4802" y="738"/>
                    <a:pt x="4763" y="710"/>
                    <a:pt x="4717" y="688"/>
                  </a:cubicBezTo>
                  <a:cubicBezTo>
                    <a:pt x="4671" y="665"/>
                    <a:pt x="4623" y="646"/>
                    <a:pt x="4568" y="632"/>
                  </a:cubicBezTo>
                  <a:lnTo>
                    <a:pt x="4467" y="600"/>
                  </a:lnTo>
                  <a:cubicBezTo>
                    <a:pt x="4449" y="598"/>
                    <a:pt x="4428" y="589"/>
                    <a:pt x="4410" y="582"/>
                  </a:cubicBezTo>
                  <a:cubicBezTo>
                    <a:pt x="4389" y="573"/>
                    <a:pt x="4369" y="564"/>
                    <a:pt x="4353" y="555"/>
                  </a:cubicBezTo>
                  <a:cubicBezTo>
                    <a:pt x="4334" y="543"/>
                    <a:pt x="4321" y="529"/>
                    <a:pt x="4309" y="513"/>
                  </a:cubicBezTo>
                  <a:cubicBezTo>
                    <a:pt x="4296" y="497"/>
                    <a:pt x="4291" y="479"/>
                    <a:pt x="4291" y="456"/>
                  </a:cubicBezTo>
                  <a:cubicBezTo>
                    <a:pt x="4291" y="438"/>
                    <a:pt x="4296" y="417"/>
                    <a:pt x="4307" y="399"/>
                  </a:cubicBezTo>
                  <a:cubicBezTo>
                    <a:pt x="4318" y="385"/>
                    <a:pt x="4330" y="373"/>
                    <a:pt x="4346" y="362"/>
                  </a:cubicBezTo>
                  <a:cubicBezTo>
                    <a:pt x="4367" y="353"/>
                    <a:pt x="4383" y="343"/>
                    <a:pt x="4403" y="339"/>
                  </a:cubicBezTo>
                  <a:cubicBezTo>
                    <a:pt x="4424" y="332"/>
                    <a:pt x="4442" y="330"/>
                    <a:pt x="4460" y="330"/>
                  </a:cubicBezTo>
                  <a:cubicBezTo>
                    <a:pt x="4508" y="330"/>
                    <a:pt x="4557" y="341"/>
                    <a:pt x="4600" y="357"/>
                  </a:cubicBezTo>
                  <a:cubicBezTo>
                    <a:pt x="4646" y="376"/>
                    <a:pt x="4685" y="399"/>
                    <a:pt x="4724" y="431"/>
                  </a:cubicBezTo>
                  <a:lnTo>
                    <a:pt x="4880" y="1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Datumsplatzhalter 2"/>
          <p:cNvSpPr>
            <a:spLocks noGrp="1"/>
          </p:cNvSpPr>
          <p:nvPr>
            <p:ph type="dt" sz="half" idx="10"/>
          </p:nvPr>
        </p:nvSpPr>
        <p:spPr>
          <a:xfrm>
            <a:off x="9742809" y="6561350"/>
            <a:ext cx="1609404" cy="12828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pPr>
              <a:defRPr/>
            </a:pPr>
            <a:fld id="{F7E6C08D-3B3E-428F-86CF-F79C8A86D410}" type="datetime1">
              <a:rPr lang="de-DE" smtClean="0">
                <a:solidFill>
                  <a:srgbClr val="000000"/>
                </a:solidFill>
              </a:rPr>
              <a:t>11.11.2024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352208" y="6564725"/>
            <a:ext cx="839791" cy="12490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/>
            </a:lvl1pPr>
          </a:lstStyle>
          <a:p>
            <a:pPr>
              <a:defRPr/>
            </a:pPr>
            <a:fld id="{FE11F066-C7D3-4B2D-BC7E-EC0D86AF6BBF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‹Nr.›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2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839788" y="6564724"/>
            <a:ext cx="8903021" cy="124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J.Hartmann   |  Studierendenrunde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26" name="Grafik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5410199"/>
            <a:ext cx="2179589" cy="89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5525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08977AA-1B13-454F-A7A7-5E54284DA029}"/>
              </a:ext>
            </a:extLst>
          </p:cNvPr>
          <p:cNvGrpSpPr>
            <a:grpSpLocks noChangeAspect="1"/>
          </p:cNvGrpSpPr>
          <p:nvPr/>
        </p:nvGrpSpPr>
        <p:grpSpPr>
          <a:xfrm>
            <a:off x="11352212" y="0"/>
            <a:ext cx="839788" cy="838800"/>
            <a:chOff x="11352212" y="0"/>
            <a:chExt cx="839788" cy="838800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DA29F8B8-7248-401D-BA2D-BC06A0D2199C}"/>
                </a:ext>
              </a:extLst>
            </p:cNvPr>
            <p:cNvSpPr/>
            <p:nvPr/>
          </p:nvSpPr>
          <p:spPr>
            <a:xfrm>
              <a:off x="11352212" y="0"/>
              <a:ext cx="839788" cy="8388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2" name="FAPS Logo">
              <a:extLst>
                <a:ext uri="{FF2B5EF4-FFF2-40B4-BE49-F238E27FC236}">
                  <a16:creationId xmlns:a16="http://schemas.microsoft.com/office/drawing/2014/main" id="{BC303D02-1D43-4413-AFFC-C24D13E8EF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5" t="3920" r="3774" b="3985"/>
            <a:stretch/>
          </p:blipFill>
          <p:spPr>
            <a:xfrm>
              <a:off x="11361890" y="1094"/>
              <a:ext cx="830110" cy="836613"/>
            </a:xfrm>
            <a:prstGeom prst="rect">
              <a:avLst/>
            </a:prstGeom>
          </p:spPr>
        </p:pic>
      </p:grpSp>
      <p:sp>
        <p:nvSpPr>
          <p:cNvPr id="13" name="Title bar">
            <a:extLst>
              <a:ext uri="{FF2B5EF4-FFF2-40B4-BE49-F238E27FC236}">
                <a16:creationId xmlns:a16="http://schemas.microsoft.com/office/drawing/2014/main" id="{992D165D-EB18-4621-B40E-4B97D4C772F6}"/>
              </a:ext>
            </a:extLst>
          </p:cNvPr>
          <p:cNvSpPr>
            <a:spLocks/>
          </p:cNvSpPr>
          <p:nvPr/>
        </p:nvSpPr>
        <p:spPr bwMode="auto">
          <a:xfrm>
            <a:off x="-1" y="388836"/>
            <a:ext cx="630000" cy="16560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564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FA8F9A1-B8D7-485B-8A4C-BBEFE2273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33375"/>
            <a:ext cx="10512425" cy="5043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8BBCBA7C-65E1-4216-ADAA-617BD3A66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268413"/>
            <a:ext cx="10512426" cy="50403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684866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63" r:id="rId3"/>
    <p:sldLayoutId id="2147484065" r:id="rId4"/>
    <p:sldLayoutId id="2147484071" r:id="rId5"/>
    <p:sldLayoutId id="2147484072" r:id="rId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0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0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60" pos="529">
          <p15:clr>
            <a:srgbClr val="A4A3A4"/>
          </p15:clr>
        </p15:guide>
        <p15:guide id="61" orient="horz" pos="3974">
          <p15:clr>
            <a:srgbClr val="A4A3A4"/>
          </p15:clr>
        </p15:guide>
        <p15:guide id="62" orient="horz" pos="210">
          <p15:clr>
            <a:srgbClr val="A4A3A4"/>
          </p15:clr>
        </p15:guide>
        <p15:guide id="63" pos="715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hteck 76">
            <a:extLst>
              <a:ext uri="{FF2B5EF4-FFF2-40B4-BE49-F238E27FC236}">
                <a16:creationId xmlns:a16="http://schemas.microsoft.com/office/drawing/2014/main" id="{36A43338-B2AE-42F6-8864-8108804839DD}"/>
              </a:ext>
            </a:extLst>
          </p:cNvPr>
          <p:cNvSpPr/>
          <p:nvPr/>
        </p:nvSpPr>
        <p:spPr>
          <a:xfrm>
            <a:off x="7687415" y="2965053"/>
            <a:ext cx="2639938" cy="2098888"/>
          </a:xfrm>
          <a:prstGeom prst="rect">
            <a:avLst/>
          </a:prstGeom>
          <a:solidFill>
            <a:srgbClr val="C5D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gesture</a:t>
            </a:r>
            <a:r>
              <a:rPr lang="de-DE" dirty="0"/>
              <a:t> </a:t>
            </a:r>
            <a:r>
              <a:rPr lang="de-DE" dirty="0" err="1"/>
              <a:t>recognition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parts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flow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.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40D31C-18F7-EEB9-FE43-2E7D092A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E7F195-F1F2-484C-BD3D-135277483DB5}" type="datetime1">
              <a:rPr lang="de-DE" smtClean="0">
                <a:solidFill>
                  <a:srgbClr val="000000"/>
                </a:solidFill>
              </a:rPr>
              <a:t>11.11.2024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3690AC3-7F39-D76D-F024-67F1BAA7F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J.Hartmann   |  Studierendenrunde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50CF9B1-17C7-8F1F-7569-452F15E1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11F066-C7D3-4B2D-BC7E-EC0D86AF6BBF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7543D41-C4FE-47CA-B3A5-C3C124D6F7CD}"/>
              </a:ext>
            </a:extLst>
          </p:cNvPr>
          <p:cNvSpPr/>
          <p:nvPr/>
        </p:nvSpPr>
        <p:spPr>
          <a:xfrm>
            <a:off x="1991544" y="2464821"/>
            <a:ext cx="1152128" cy="503238"/>
          </a:xfrm>
          <a:prstGeom prst="rect">
            <a:avLst/>
          </a:prstGeom>
          <a:solidFill>
            <a:srgbClr val="97C139"/>
          </a:solidFill>
          <a:ln w="28575" cap="flat" cmpd="sng" algn="ctr">
            <a:solidFill>
              <a:srgbClr val="6A8A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dirty="0">
                <a:solidFill>
                  <a:srgbClr val="FFFFFF"/>
                </a:solidFill>
              </a:rPr>
              <a:t>Gesture recognition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8239667-57E7-4D51-8EF4-7B53689F2720}"/>
              </a:ext>
            </a:extLst>
          </p:cNvPr>
          <p:cNvSpPr/>
          <p:nvPr/>
        </p:nvSpPr>
        <p:spPr>
          <a:xfrm>
            <a:off x="4159994" y="2461815"/>
            <a:ext cx="1359941" cy="503238"/>
          </a:xfrm>
          <a:prstGeom prst="rect">
            <a:avLst/>
          </a:prstGeom>
          <a:solidFill>
            <a:srgbClr val="97C139"/>
          </a:solidFill>
          <a:ln w="28575" cap="flat" cmpd="sng" algn="ctr">
            <a:solidFill>
              <a:srgbClr val="FFCB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dirty="0">
                <a:solidFill>
                  <a:srgbClr val="FFFFFF"/>
                </a:solidFill>
              </a:rPr>
              <a:t>Semantic:</a:t>
            </a:r>
          </a:p>
          <a:p>
            <a:pPr algn="ctr">
              <a:spcBef>
                <a:spcPts val="600"/>
              </a:spcBef>
            </a:pPr>
            <a:r>
              <a:rPr lang="en-US" dirty="0">
                <a:solidFill>
                  <a:srgbClr val="FFFFFF"/>
                </a:solidFill>
              </a:rPr>
              <a:t>look up table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E2C60DE-9ECE-41A3-8BE7-4B6EDCBEB450}"/>
              </a:ext>
            </a:extLst>
          </p:cNvPr>
          <p:cNvSpPr/>
          <p:nvPr/>
        </p:nvSpPr>
        <p:spPr>
          <a:xfrm>
            <a:off x="1991543" y="5032171"/>
            <a:ext cx="3528381" cy="503238"/>
          </a:xfrm>
          <a:prstGeom prst="rect">
            <a:avLst/>
          </a:prstGeom>
          <a:solidFill>
            <a:srgbClr val="6C8C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C287E74B-B497-4215-825C-2972A32BBCA6}"/>
              </a:ext>
            </a:extLst>
          </p:cNvPr>
          <p:cNvCxnSpPr>
            <a:cxnSpLocks/>
            <a:stCxn id="60" idx="6"/>
            <a:endCxn id="2" idx="1"/>
          </p:cNvCxnSpPr>
          <p:nvPr/>
        </p:nvCxnSpPr>
        <p:spPr>
          <a:xfrm flipV="1">
            <a:off x="911424" y="2716440"/>
            <a:ext cx="1080120" cy="1167460"/>
          </a:xfrm>
          <a:prstGeom prst="bentConnector3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Verbinder: gewinkelt 10">
            <a:extLst>
              <a:ext uri="{FF2B5EF4-FFF2-40B4-BE49-F238E27FC236}">
                <a16:creationId xmlns:a16="http://schemas.microsoft.com/office/drawing/2014/main" id="{0DEAB6AD-2530-476D-AA2F-7A993BDD4600}"/>
              </a:ext>
            </a:extLst>
          </p:cNvPr>
          <p:cNvCxnSpPr>
            <a:cxnSpLocks/>
            <a:stCxn id="60" idx="6"/>
            <a:endCxn id="10" idx="1"/>
          </p:cNvCxnSpPr>
          <p:nvPr/>
        </p:nvCxnSpPr>
        <p:spPr>
          <a:xfrm>
            <a:off x="911424" y="3883900"/>
            <a:ext cx="1080119" cy="1399890"/>
          </a:xfrm>
          <a:prstGeom prst="bentConnector3">
            <a:avLst/>
          </a:prstGeom>
          <a:ln w="19050">
            <a:solidFill>
              <a:srgbClr val="95A2A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0473D321-D1D4-470A-8265-418421EDBFD7}"/>
              </a:ext>
            </a:extLst>
          </p:cNvPr>
          <p:cNvCxnSpPr>
            <a:cxnSpLocks/>
            <a:stCxn id="156" idx="3"/>
            <a:endCxn id="21" idx="1"/>
          </p:cNvCxnSpPr>
          <p:nvPr/>
        </p:nvCxnSpPr>
        <p:spPr>
          <a:xfrm>
            <a:off x="7036241" y="2730409"/>
            <a:ext cx="377703" cy="1020266"/>
          </a:xfrm>
          <a:prstGeom prst="bentConnector3">
            <a:avLst>
              <a:gd name="adj1" fmla="val 50000"/>
            </a:avLst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8642B4A1-172C-4571-B58F-2B82779277A9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 flipV="1">
            <a:off x="3143672" y="2713434"/>
            <a:ext cx="1016322" cy="3006"/>
          </a:xfrm>
          <a:prstGeom prst="straightConnector1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79EC3124-451D-4EC8-B327-858DC1D1D900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 flipV="1">
            <a:off x="5519924" y="3750675"/>
            <a:ext cx="1894020" cy="1533115"/>
          </a:xfrm>
          <a:prstGeom prst="bentConnector3">
            <a:avLst>
              <a:gd name="adj1" fmla="val 50000"/>
            </a:avLst>
          </a:prstGeom>
          <a:ln w="19050">
            <a:solidFill>
              <a:srgbClr val="95A2A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DA2066E1-10A1-428E-99D7-03E7FE7CE0D4}"/>
              </a:ext>
            </a:extLst>
          </p:cNvPr>
          <p:cNvSpPr/>
          <p:nvPr/>
        </p:nvSpPr>
        <p:spPr>
          <a:xfrm>
            <a:off x="7413944" y="3480800"/>
            <a:ext cx="1068295" cy="539750"/>
          </a:xfrm>
          <a:prstGeom prst="rect">
            <a:avLst/>
          </a:prstGeom>
          <a:solidFill>
            <a:srgbClr val="97C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25AB40A3-6F4F-43BF-9C67-81D05A68DD15}"/>
              </a:ext>
            </a:extLst>
          </p:cNvPr>
          <p:cNvCxnSpPr>
            <a:cxnSpLocks/>
            <a:stCxn id="21" idx="3"/>
            <a:endCxn id="29" idx="2"/>
          </p:cNvCxnSpPr>
          <p:nvPr/>
        </p:nvCxnSpPr>
        <p:spPr>
          <a:xfrm flipV="1">
            <a:off x="8482239" y="3747754"/>
            <a:ext cx="755213" cy="2921"/>
          </a:xfrm>
          <a:prstGeom prst="straightConnector1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E6FEB464-557F-4906-AD5D-A4BC0ACF8464}"/>
              </a:ext>
            </a:extLst>
          </p:cNvPr>
          <p:cNvSpPr/>
          <p:nvPr/>
        </p:nvSpPr>
        <p:spPr>
          <a:xfrm>
            <a:off x="9237452" y="3711352"/>
            <a:ext cx="69552" cy="72804"/>
          </a:xfrm>
          <a:prstGeom prst="ellipse">
            <a:avLst/>
          </a:prstGeom>
          <a:noFill/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FDC7832B-A097-4A85-AD31-6682D2AAECB4}"/>
              </a:ext>
            </a:extLst>
          </p:cNvPr>
          <p:cNvCxnSpPr>
            <a:cxnSpLocks/>
            <a:stCxn id="29" idx="6"/>
            <a:endCxn id="36" idx="1"/>
          </p:cNvCxnSpPr>
          <p:nvPr/>
        </p:nvCxnSpPr>
        <p:spPr>
          <a:xfrm>
            <a:off x="9307004" y="3747754"/>
            <a:ext cx="972950" cy="9486"/>
          </a:xfrm>
          <a:prstGeom prst="straightConnector1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hteck 35">
            <a:extLst>
              <a:ext uri="{FF2B5EF4-FFF2-40B4-BE49-F238E27FC236}">
                <a16:creationId xmlns:a16="http://schemas.microsoft.com/office/drawing/2014/main" id="{9C1739C9-1846-44DB-B6E5-C58252CF527B}"/>
              </a:ext>
            </a:extLst>
          </p:cNvPr>
          <p:cNvSpPr/>
          <p:nvPr/>
        </p:nvSpPr>
        <p:spPr>
          <a:xfrm>
            <a:off x="10279954" y="3487365"/>
            <a:ext cx="640582" cy="539750"/>
          </a:xfrm>
          <a:prstGeom prst="rect">
            <a:avLst/>
          </a:prstGeom>
          <a:solidFill>
            <a:srgbClr val="97C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dirty="0" err="1">
              <a:solidFill>
                <a:srgbClr val="FFFFFF"/>
              </a:solidFill>
            </a:endParaRP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27FBD9EB-5A7E-4E83-A38E-406F3B8775A1}"/>
              </a:ext>
            </a:extLst>
          </p:cNvPr>
          <p:cNvCxnSpPr>
            <a:cxnSpLocks/>
            <a:stCxn id="36" idx="2"/>
            <a:endCxn id="108" idx="0"/>
          </p:cNvCxnSpPr>
          <p:nvPr/>
        </p:nvCxnSpPr>
        <p:spPr>
          <a:xfrm flipH="1">
            <a:off x="10594041" y="4027115"/>
            <a:ext cx="6204" cy="1205492"/>
          </a:xfrm>
          <a:prstGeom prst="straightConnector1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hteck 44">
            <a:extLst>
              <a:ext uri="{FF2B5EF4-FFF2-40B4-BE49-F238E27FC236}">
                <a16:creationId xmlns:a16="http://schemas.microsoft.com/office/drawing/2014/main" id="{8DBADE90-92BD-478B-8FC8-6D94DA05751D}"/>
              </a:ext>
            </a:extLst>
          </p:cNvPr>
          <p:cNvSpPr/>
          <p:nvPr/>
        </p:nvSpPr>
        <p:spPr>
          <a:xfrm>
            <a:off x="8314044" y="4651458"/>
            <a:ext cx="792088" cy="539750"/>
          </a:xfrm>
          <a:prstGeom prst="rect">
            <a:avLst/>
          </a:prstGeom>
          <a:solidFill>
            <a:srgbClr val="97C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dirty="0" err="1">
              <a:solidFill>
                <a:srgbClr val="FFFFFF"/>
              </a:solidFill>
            </a:endParaRP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1D5D7DE1-B349-4AB0-8E6B-7D6B7CC8AD53}"/>
              </a:ext>
            </a:extLst>
          </p:cNvPr>
          <p:cNvCxnSpPr>
            <a:cxnSpLocks/>
            <a:stCxn id="45" idx="2"/>
            <a:endCxn id="106" idx="0"/>
          </p:cNvCxnSpPr>
          <p:nvPr/>
        </p:nvCxnSpPr>
        <p:spPr>
          <a:xfrm>
            <a:off x="8710088" y="5191208"/>
            <a:ext cx="0" cy="605070"/>
          </a:xfrm>
          <a:prstGeom prst="straightConnector1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feld 57">
            <a:extLst>
              <a:ext uri="{FF2B5EF4-FFF2-40B4-BE49-F238E27FC236}">
                <a16:creationId xmlns:a16="http://schemas.microsoft.com/office/drawing/2014/main" id="{E07BFA23-A404-4679-946C-D91A76018E17}"/>
              </a:ext>
            </a:extLst>
          </p:cNvPr>
          <p:cNvSpPr txBox="1"/>
          <p:nvPr/>
        </p:nvSpPr>
        <p:spPr>
          <a:xfrm>
            <a:off x="5572476" y="2443559"/>
            <a:ext cx="894458" cy="2164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rgbClr val="97C139"/>
              </a:buClr>
            </a:pPr>
            <a:r>
              <a:rPr lang="en-US" dirty="0"/>
              <a:t>command: „stop“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24C35ABF-E065-457A-B1E0-87C80873CD76}"/>
              </a:ext>
            </a:extLst>
          </p:cNvPr>
          <p:cNvSpPr/>
          <p:nvPr/>
        </p:nvSpPr>
        <p:spPr>
          <a:xfrm>
            <a:off x="839416" y="3843391"/>
            <a:ext cx="72008" cy="81017"/>
          </a:xfrm>
          <a:prstGeom prst="ellipse">
            <a:avLst/>
          </a:prstGeom>
          <a:noFill/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C61F6711-F65E-4D3B-88F2-F5136824F219}"/>
              </a:ext>
            </a:extLst>
          </p:cNvPr>
          <p:cNvSpPr txBox="1"/>
          <p:nvPr/>
        </p:nvSpPr>
        <p:spPr>
          <a:xfrm>
            <a:off x="3251200" y="2248339"/>
            <a:ext cx="1080120" cy="2164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rgbClr val="97C139"/>
              </a:buClr>
            </a:pPr>
            <a:r>
              <a:rPr lang="en-US"/>
              <a:t>gesture: open palm</a:t>
            </a:r>
            <a:endParaRPr lang="en-US" dirty="0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EE02DC3-C7C0-4090-A078-2DCF4C6CC940}"/>
              </a:ext>
            </a:extLst>
          </p:cNvPr>
          <p:cNvSpPr txBox="1"/>
          <p:nvPr/>
        </p:nvSpPr>
        <p:spPr>
          <a:xfrm>
            <a:off x="1271464" y="2468683"/>
            <a:ext cx="1080120" cy="2164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rgbClr val="97C139"/>
              </a:buClr>
            </a:pPr>
            <a:r>
              <a:rPr lang="en-US"/>
              <a:t>gesture</a:t>
            </a:r>
            <a:endParaRPr lang="en-US" dirty="0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4393A898-088B-45BD-91F8-DA3B95EF592E}"/>
              </a:ext>
            </a:extLst>
          </p:cNvPr>
          <p:cNvSpPr txBox="1"/>
          <p:nvPr/>
        </p:nvSpPr>
        <p:spPr>
          <a:xfrm>
            <a:off x="8791251" y="5361814"/>
            <a:ext cx="792082" cy="2164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rgbClr val="97C139"/>
              </a:buClr>
            </a:pPr>
            <a:r>
              <a:rPr lang="en-US" dirty="0"/>
              <a:t>feedback to human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CB1C3A3B-62BE-46B8-9849-5128A6079944}"/>
              </a:ext>
            </a:extLst>
          </p:cNvPr>
          <p:cNvSpPr txBox="1"/>
          <p:nvPr/>
        </p:nvSpPr>
        <p:spPr>
          <a:xfrm>
            <a:off x="10612988" y="4523471"/>
            <a:ext cx="821664" cy="2164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rgbClr val="97C139"/>
              </a:buClr>
            </a:pPr>
            <a:r>
              <a:rPr lang="en-US" dirty="0"/>
              <a:t>feedback to human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EB5114E1-D12F-46B8-925F-CB2200508AFE}"/>
              </a:ext>
            </a:extLst>
          </p:cNvPr>
          <p:cNvSpPr txBox="1"/>
          <p:nvPr/>
        </p:nvSpPr>
        <p:spPr>
          <a:xfrm>
            <a:off x="9381468" y="3454237"/>
            <a:ext cx="640582" cy="2164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rgbClr val="97C139"/>
              </a:buClr>
            </a:pPr>
            <a:r>
              <a:rPr lang="en-US"/>
              <a:t>stopped</a:t>
            </a:r>
            <a:endParaRPr lang="en-US" dirty="0"/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14A20609-6FD8-409B-9C13-5883634C7369}"/>
              </a:ext>
            </a:extLst>
          </p:cNvPr>
          <p:cNvSpPr txBox="1"/>
          <p:nvPr/>
        </p:nvSpPr>
        <p:spPr>
          <a:xfrm>
            <a:off x="9307004" y="4277892"/>
            <a:ext cx="736836" cy="2164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rgbClr val="97C139"/>
              </a:buClr>
            </a:pPr>
            <a:r>
              <a:rPr lang="en-US"/>
              <a:t>stopping</a:t>
            </a:r>
            <a:endParaRPr lang="en-US" dirty="0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0B5BCF06-6B9E-4858-A6A4-331DB798FC3D}"/>
              </a:ext>
            </a:extLst>
          </p:cNvPr>
          <p:cNvSpPr/>
          <p:nvPr/>
        </p:nvSpPr>
        <p:spPr>
          <a:xfrm>
            <a:off x="821235" y="1294317"/>
            <a:ext cx="72008" cy="81017"/>
          </a:xfrm>
          <a:prstGeom prst="ellipse">
            <a:avLst/>
          </a:prstGeom>
          <a:noFill/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25105F30-57CB-46B2-8260-FC15984F3CB1}"/>
              </a:ext>
            </a:extLst>
          </p:cNvPr>
          <p:cNvSpPr/>
          <p:nvPr/>
        </p:nvSpPr>
        <p:spPr>
          <a:xfrm>
            <a:off x="8314044" y="5796278"/>
            <a:ext cx="792088" cy="539750"/>
          </a:xfrm>
          <a:prstGeom prst="rect">
            <a:avLst/>
          </a:prstGeom>
          <a:solidFill>
            <a:srgbClr val="97C139"/>
          </a:solidFill>
          <a:ln w="28575">
            <a:solidFill>
              <a:srgbClr val="DC1E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dirty="0" err="1">
              <a:solidFill>
                <a:srgbClr val="FFFFFF"/>
              </a:solidFill>
            </a:endParaRPr>
          </a:p>
        </p:txBody>
      </p:sp>
      <p:sp>
        <p:nvSpPr>
          <p:cNvPr id="108" name="Rechteck 107">
            <a:extLst>
              <a:ext uri="{FF2B5EF4-FFF2-40B4-BE49-F238E27FC236}">
                <a16:creationId xmlns:a16="http://schemas.microsoft.com/office/drawing/2014/main" id="{E25FFF1F-8594-42ED-B9E2-5A7646A6B0A2}"/>
              </a:ext>
            </a:extLst>
          </p:cNvPr>
          <p:cNvSpPr/>
          <p:nvPr/>
        </p:nvSpPr>
        <p:spPr>
          <a:xfrm>
            <a:off x="10309981" y="5232607"/>
            <a:ext cx="568120" cy="539750"/>
          </a:xfrm>
          <a:prstGeom prst="rect">
            <a:avLst/>
          </a:prstGeom>
          <a:solidFill>
            <a:srgbClr val="97C139"/>
          </a:solidFill>
          <a:ln w="28575" cap="flat" cmpd="sng" algn="ctr">
            <a:solidFill>
              <a:srgbClr val="DC1E2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en-US" dirty="0" err="1">
              <a:solidFill>
                <a:srgbClr val="FFFFFF"/>
              </a:solidFill>
            </a:endParaRPr>
          </a:p>
        </p:txBody>
      </p: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5882542E-8A25-449E-BE5B-D977EDE9BD23}"/>
              </a:ext>
            </a:extLst>
          </p:cNvPr>
          <p:cNvGrpSpPr/>
          <p:nvPr/>
        </p:nvGrpSpPr>
        <p:grpSpPr>
          <a:xfrm>
            <a:off x="2279576" y="1698545"/>
            <a:ext cx="576064" cy="503238"/>
            <a:chOff x="2783632" y="1611907"/>
            <a:chExt cx="576064" cy="503238"/>
          </a:xfrm>
        </p:grpSpPr>
        <p:sp>
          <p:nvSpPr>
            <p:cNvPr id="125" name="Rechteck 124">
              <a:extLst>
                <a:ext uri="{FF2B5EF4-FFF2-40B4-BE49-F238E27FC236}">
                  <a16:creationId xmlns:a16="http://schemas.microsoft.com/office/drawing/2014/main" id="{69D2C520-345C-414E-9F2C-A68C053C3556}"/>
                </a:ext>
              </a:extLst>
            </p:cNvPr>
            <p:cNvSpPr/>
            <p:nvPr/>
          </p:nvSpPr>
          <p:spPr>
            <a:xfrm>
              <a:off x="2783632" y="1611907"/>
              <a:ext cx="576064" cy="503238"/>
            </a:xfrm>
            <a:prstGeom prst="rect">
              <a:avLst/>
            </a:prstGeom>
            <a:solidFill>
              <a:srgbClr val="97C1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de-DE" dirty="0" err="1">
                <a:solidFill>
                  <a:schemeClr val="tx1"/>
                </a:solidFill>
              </a:endParaRPr>
            </a:p>
          </p:txBody>
        </p:sp>
        <p:sp>
          <p:nvSpPr>
            <p:cNvPr id="115" name="Pfeil: gebogen 114">
              <a:extLst>
                <a:ext uri="{FF2B5EF4-FFF2-40B4-BE49-F238E27FC236}">
                  <a16:creationId xmlns:a16="http://schemas.microsoft.com/office/drawing/2014/main" id="{EF9F3B22-9CEC-4643-943F-15C1C05C828C}"/>
                </a:ext>
              </a:extLst>
            </p:cNvPr>
            <p:cNvSpPr/>
            <p:nvPr/>
          </p:nvSpPr>
          <p:spPr>
            <a:xfrm rot="14776551">
              <a:off x="2882158" y="1687558"/>
              <a:ext cx="379012" cy="388372"/>
            </a:xfrm>
            <a:prstGeom prst="circularArrow">
              <a:avLst>
                <a:gd name="adj1" fmla="val 9430"/>
                <a:gd name="adj2" fmla="val 1045749"/>
                <a:gd name="adj3" fmla="val 20745509"/>
                <a:gd name="adj4" fmla="val 1897425"/>
                <a:gd name="adj5" fmla="val 17410"/>
              </a:avLst>
            </a:prstGeom>
            <a:solidFill>
              <a:srgbClr val="0431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de-DE" dirty="0" err="1">
                <a:solidFill>
                  <a:schemeClr val="tx1"/>
                </a:solidFill>
              </a:endParaRPr>
            </a:p>
          </p:txBody>
        </p:sp>
      </p:grpSp>
      <p:cxnSp>
        <p:nvCxnSpPr>
          <p:cNvPr id="117" name="Verbinder: gewinkelt 116">
            <a:extLst>
              <a:ext uri="{FF2B5EF4-FFF2-40B4-BE49-F238E27FC236}">
                <a16:creationId xmlns:a16="http://schemas.microsoft.com/office/drawing/2014/main" id="{8CF805BD-A938-4C65-B923-BBD62D133201}"/>
              </a:ext>
            </a:extLst>
          </p:cNvPr>
          <p:cNvCxnSpPr>
            <a:cxnSpLocks/>
            <a:stCxn id="103" idx="6"/>
            <a:endCxn id="125" idx="0"/>
          </p:cNvCxnSpPr>
          <p:nvPr/>
        </p:nvCxnSpPr>
        <p:spPr>
          <a:xfrm>
            <a:off x="893243" y="1334826"/>
            <a:ext cx="1674365" cy="363719"/>
          </a:xfrm>
          <a:prstGeom prst="bentConnector2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Verbinder: gewinkelt 118">
            <a:extLst>
              <a:ext uri="{FF2B5EF4-FFF2-40B4-BE49-F238E27FC236}">
                <a16:creationId xmlns:a16="http://schemas.microsoft.com/office/drawing/2014/main" id="{25525716-C628-45DC-BB2E-7B47A1A2A54F}"/>
              </a:ext>
            </a:extLst>
          </p:cNvPr>
          <p:cNvCxnSpPr>
            <a:cxnSpLocks/>
            <a:stCxn id="29" idx="4"/>
            <a:endCxn id="45" idx="3"/>
          </p:cNvCxnSpPr>
          <p:nvPr/>
        </p:nvCxnSpPr>
        <p:spPr>
          <a:xfrm rot="5400000">
            <a:off x="8620592" y="4269696"/>
            <a:ext cx="1137177" cy="166096"/>
          </a:xfrm>
          <a:prstGeom prst="bentConnector2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Verbinder: gewinkelt 120">
            <a:extLst>
              <a:ext uri="{FF2B5EF4-FFF2-40B4-BE49-F238E27FC236}">
                <a16:creationId xmlns:a16="http://schemas.microsoft.com/office/drawing/2014/main" id="{14300C06-5698-4A18-8EB9-45AF3A70914F}"/>
              </a:ext>
            </a:extLst>
          </p:cNvPr>
          <p:cNvCxnSpPr>
            <a:endCxn id="21" idx="2"/>
          </p:cNvCxnSpPr>
          <p:nvPr/>
        </p:nvCxnSpPr>
        <p:spPr>
          <a:xfrm rot="16200000" flipV="1">
            <a:off x="7676847" y="4291796"/>
            <a:ext cx="904455" cy="361964"/>
          </a:xfrm>
          <a:prstGeom prst="bentConnector3">
            <a:avLst>
              <a:gd name="adj1" fmla="val -1626"/>
            </a:avLst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feld 122">
            <a:extLst>
              <a:ext uri="{FF2B5EF4-FFF2-40B4-BE49-F238E27FC236}">
                <a16:creationId xmlns:a16="http://schemas.microsoft.com/office/drawing/2014/main" id="{2BD9A572-2B96-4D57-82B1-7CDD8444AF3C}"/>
              </a:ext>
            </a:extLst>
          </p:cNvPr>
          <p:cNvSpPr txBox="1"/>
          <p:nvPr/>
        </p:nvSpPr>
        <p:spPr>
          <a:xfrm>
            <a:off x="1187035" y="1356233"/>
            <a:ext cx="995635" cy="2023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buClr>
                <a:srgbClr val="97C139"/>
              </a:buClr>
            </a:pP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gesture</a:t>
            </a:r>
            <a:endParaRPr lang="de-DE" dirty="0"/>
          </a:p>
        </p:txBody>
      </p: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D3660D05-0243-401A-BAF1-207652917855}"/>
              </a:ext>
            </a:extLst>
          </p:cNvPr>
          <p:cNvCxnSpPr>
            <a:cxnSpLocks/>
            <a:stCxn id="125" idx="2"/>
            <a:endCxn id="2" idx="0"/>
          </p:cNvCxnSpPr>
          <p:nvPr/>
        </p:nvCxnSpPr>
        <p:spPr>
          <a:xfrm>
            <a:off x="2567608" y="2201783"/>
            <a:ext cx="0" cy="263038"/>
          </a:xfrm>
          <a:prstGeom prst="straightConnector1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" name="Gruppieren 130">
            <a:extLst>
              <a:ext uri="{FF2B5EF4-FFF2-40B4-BE49-F238E27FC236}">
                <a16:creationId xmlns:a16="http://schemas.microsoft.com/office/drawing/2014/main" id="{B3049216-33D5-4DEA-A47D-8ACE6A0AB136}"/>
              </a:ext>
            </a:extLst>
          </p:cNvPr>
          <p:cNvGrpSpPr/>
          <p:nvPr/>
        </p:nvGrpSpPr>
        <p:grpSpPr>
          <a:xfrm>
            <a:off x="4551932" y="1703439"/>
            <a:ext cx="576064" cy="503238"/>
            <a:chOff x="2783632" y="1611907"/>
            <a:chExt cx="576064" cy="503238"/>
          </a:xfrm>
        </p:grpSpPr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0F312683-93A3-4726-8D6C-A87E7B694A9F}"/>
                </a:ext>
              </a:extLst>
            </p:cNvPr>
            <p:cNvSpPr/>
            <p:nvPr/>
          </p:nvSpPr>
          <p:spPr>
            <a:xfrm>
              <a:off x="2783632" y="1611907"/>
              <a:ext cx="576064" cy="503238"/>
            </a:xfrm>
            <a:prstGeom prst="rect">
              <a:avLst/>
            </a:prstGeom>
            <a:solidFill>
              <a:srgbClr val="97C1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de-DE" dirty="0" err="1">
                <a:solidFill>
                  <a:schemeClr val="tx1"/>
                </a:solidFill>
              </a:endParaRPr>
            </a:p>
          </p:txBody>
        </p:sp>
        <p:sp>
          <p:nvSpPr>
            <p:cNvPr id="133" name="Pfeil: gebogen 132">
              <a:extLst>
                <a:ext uri="{FF2B5EF4-FFF2-40B4-BE49-F238E27FC236}">
                  <a16:creationId xmlns:a16="http://schemas.microsoft.com/office/drawing/2014/main" id="{4896A138-2729-43FF-9F03-BD5049B98E6B}"/>
                </a:ext>
              </a:extLst>
            </p:cNvPr>
            <p:cNvSpPr/>
            <p:nvPr/>
          </p:nvSpPr>
          <p:spPr>
            <a:xfrm rot="14776551">
              <a:off x="2882158" y="1687558"/>
              <a:ext cx="379012" cy="388372"/>
            </a:xfrm>
            <a:prstGeom prst="circularArrow">
              <a:avLst>
                <a:gd name="adj1" fmla="val 9430"/>
                <a:gd name="adj2" fmla="val 1045749"/>
                <a:gd name="adj3" fmla="val 20745509"/>
                <a:gd name="adj4" fmla="val 1897425"/>
                <a:gd name="adj5" fmla="val 17410"/>
              </a:avLst>
            </a:prstGeom>
            <a:solidFill>
              <a:srgbClr val="0431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de-DE" dirty="0" err="1">
                <a:solidFill>
                  <a:schemeClr val="tx1"/>
                </a:solidFill>
              </a:endParaRPr>
            </a:p>
          </p:txBody>
        </p:sp>
      </p:grpSp>
      <p:cxnSp>
        <p:nvCxnSpPr>
          <p:cNvPr id="134" name="Gerade Verbindung mit Pfeil 133">
            <a:extLst>
              <a:ext uri="{FF2B5EF4-FFF2-40B4-BE49-F238E27FC236}">
                <a16:creationId xmlns:a16="http://schemas.microsoft.com/office/drawing/2014/main" id="{B741E94B-9F94-4CC5-9EEF-62826A144424}"/>
              </a:ext>
            </a:extLst>
          </p:cNvPr>
          <p:cNvCxnSpPr>
            <a:cxnSpLocks/>
            <a:stCxn id="132" idx="2"/>
            <a:endCxn id="9" idx="0"/>
          </p:cNvCxnSpPr>
          <p:nvPr/>
        </p:nvCxnSpPr>
        <p:spPr>
          <a:xfrm>
            <a:off x="4839964" y="2206677"/>
            <a:ext cx="1" cy="255138"/>
          </a:xfrm>
          <a:prstGeom prst="straightConnector1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Verbinder: gewinkelt 136">
            <a:extLst>
              <a:ext uri="{FF2B5EF4-FFF2-40B4-BE49-F238E27FC236}">
                <a16:creationId xmlns:a16="http://schemas.microsoft.com/office/drawing/2014/main" id="{FB157879-F188-427F-B618-FD4E91520A3C}"/>
              </a:ext>
            </a:extLst>
          </p:cNvPr>
          <p:cNvCxnSpPr>
            <a:cxnSpLocks/>
            <a:stCxn id="103" idx="6"/>
            <a:endCxn id="132" idx="0"/>
          </p:cNvCxnSpPr>
          <p:nvPr/>
        </p:nvCxnSpPr>
        <p:spPr>
          <a:xfrm>
            <a:off x="893243" y="1334826"/>
            <a:ext cx="3946721" cy="368613"/>
          </a:xfrm>
          <a:prstGeom prst="bentConnector2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feld 148">
            <a:extLst>
              <a:ext uri="{FF2B5EF4-FFF2-40B4-BE49-F238E27FC236}">
                <a16:creationId xmlns:a16="http://schemas.microsoft.com/office/drawing/2014/main" id="{74109877-0838-422E-BD6B-5C9C2F5AE27D}"/>
              </a:ext>
            </a:extLst>
          </p:cNvPr>
          <p:cNvSpPr txBox="1"/>
          <p:nvPr/>
        </p:nvSpPr>
        <p:spPr>
          <a:xfrm>
            <a:off x="8660798" y="3523126"/>
            <a:ext cx="1052988" cy="5859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rgbClr val="97C139"/>
              </a:buClr>
            </a:pPr>
            <a:endParaRPr lang="de-DE" dirty="0"/>
          </a:p>
        </p:txBody>
      </p:sp>
      <p:sp>
        <p:nvSpPr>
          <p:cNvPr id="156" name="Rechteck 155">
            <a:extLst>
              <a:ext uri="{FF2B5EF4-FFF2-40B4-BE49-F238E27FC236}">
                <a16:creationId xmlns:a16="http://schemas.microsoft.com/office/drawing/2014/main" id="{F0D8C1D1-E4E3-48B5-B163-D945F190E199}"/>
              </a:ext>
            </a:extLst>
          </p:cNvPr>
          <p:cNvSpPr/>
          <p:nvPr/>
        </p:nvSpPr>
        <p:spPr>
          <a:xfrm>
            <a:off x="6414393" y="2460534"/>
            <a:ext cx="621848" cy="539750"/>
          </a:xfrm>
          <a:prstGeom prst="rect">
            <a:avLst/>
          </a:prstGeom>
          <a:solidFill>
            <a:srgbClr val="97C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dirty="0">
                <a:solidFill>
                  <a:srgbClr val="FFFFFF"/>
                </a:solidFill>
              </a:rPr>
              <a:t>translation</a:t>
            </a:r>
          </a:p>
        </p:txBody>
      </p: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B4C53051-B455-4EF7-AA8B-3C3C72D408B3}"/>
              </a:ext>
            </a:extLst>
          </p:cNvPr>
          <p:cNvCxnSpPr>
            <a:stCxn id="9" idx="3"/>
            <a:endCxn id="156" idx="1"/>
          </p:cNvCxnSpPr>
          <p:nvPr/>
        </p:nvCxnSpPr>
        <p:spPr>
          <a:xfrm>
            <a:off x="5519935" y="2713434"/>
            <a:ext cx="894458" cy="16975"/>
          </a:xfrm>
          <a:prstGeom prst="straightConnector1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feld 180">
            <a:extLst>
              <a:ext uri="{FF2B5EF4-FFF2-40B4-BE49-F238E27FC236}">
                <a16:creationId xmlns:a16="http://schemas.microsoft.com/office/drawing/2014/main" id="{B1B7E167-AC9B-40D2-B79B-60096DC239FA}"/>
              </a:ext>
            </a:extLst>
          </p:cNvPr>
          <p:cNvSpPr txBox="1"/>
          <p:nvPr/>
        </p:nvSpPr>
        <p:spPr>
          <a:xfrm>
            <a:off x="7282360" y="2485163"/>
            <a:ext cx="901872" cy="2164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rgbClr val="97C139"/>
              </a:buClr>
            </a:pPr>
            <a:r>
              <a:rPr lang="en-US" dirty="0"/>
              <a:t>target velocity = 0</a:t>
            </a:r>
          </a:p>
        </p:txBody>
      </p:sp>
      <p:grpSp>
        <p:nvGrpSpPr>
          <p:cNvPr id="182" name="Gruppieren 181">
            <a:extLst>
              <a:ext uri="{FF2B5EF4-FFF2-40B4-BE49-F238E27FC236}">
                <a16:creationId xmlns:a16="http://schemas.microsoft.com/office/drawing/2014/main" id="{54191116-5E48-40F7-9B30-5A47A5C226D4}"/>
              </a:ext>
            </a:extLst>
          </p:cNvPr>
          <p:cNvGrpSpPr/>
          <p:nvPr/>
        </p:nvGrpSpPr>
        <p:grpSpPr>
          <a:xfrm>
            <a:off x="6437285" y="1698545"/>
            <a:ext cx="576064" cy="503238"/>
            <a:chOff x="2783632" y="1611907"/>
            <a:chExt cx="576064" cy="503238"/>
          </a:xfrm>
        </p:grpSpPr>
        <p:sp>
          <p:nvSpPr>
            <p:cNvPr id="183" name="Rechteck 182">
              <a:extLst>
                <a:ext uri="{FF2B5EF4-FFF2-40B4-BE49-F238E27FC236}">
                  <a16:creationId xmlns:a16="http://schemas.microsoft.com/office/drawing/2014/main" id="{ACAEF3D2-675F-41B4-9543-9CF0EBF98F3E}"/>
                </a:ext>
              </a:extLst>
            </p:cNvPr>
            <p:cNvSpPr/>
            <p:nvPr/>
          </p:nvSpPr>
          <p:spPr>
            <a:xfrm>
              <a:off x="2783632" y="1611907"/>
              <a:ext cx="576064" cy="503238"/>
            </a:xfrm>
            <a:prstGeom prst="rect">
              <a:avLst/>
            </a:prstGeom>
            <a:solidFill>
              <a:srgbClr val="97C1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de-DE" dirty="0" err="1">
                <a:solidFill>
                  <a:schemeClr val="tx1"/>
                </a:solidFill>
              </a:endParaRPr>
            </a:p>
          </p:txBody>
        </p:sp>
        <p:sp>
          <p:nvSpPr>
            <p:cNvPr id="184" name="Pfeil: gebogen 183">
              <a:extLst>
                <a:ext uri="{FF2B5EF4-FFF2-40B4-BE49-F238E27FC236}">
                  <a16:creationId xmlns:a16="http://schemas.microsoft.com/office/drawing/2014/main" id="{1E1B6003-79EB-4D30-83DA-4BCF41752ED6}"/>
                </a:ext>
              </a:extLst>
            </p:cNvPr>
            <p:cNvSpPr/>
            <p:nvPr/>
          </p:nvSpPr>
          <p:spPr>
            <a:xfrm rot="14776551">
              <a:off x="2882158" y="1687558"/>
              <a:ext cx="379012" cy="388372"/>
            </a:xfrm>
            <a:prstGeom prst="circularArrow">
              <a:avLst>
                <a:gd name="adj1" fmla="val 9430"/>
                <a:gd name="adj2" fmla="val 1045749"/>
                <a:gd name="adj3" fmla="val 20745509"/>
                <a:gd name="adj4" fmla="val 1897425"/>
                <a:gd name="adj5" fmla="val 17410"/>
              </a:avLst>
            </a:prstGeom>
            <a:solidFill>
              <a:srgbClr val="0431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de-DE" dirty="0" err="1">
                <a:solidFill>
                  <a:schemeClr val="tx1"/>
                </a:solidFill>
              </a:endParaRPr>
            </a:p>
          </p:txBody>
        </p:sp>
      </p:grpSp>
      <p:cxnSp>
        <p:nvCxnSpPr>
          <p:cNvPr id="185" name="Gerade Verbindung mit Pfeil 184">
            <a:extLst>
              <a:ext uri="{FF2B5EF4-FFF2-40B4-BE49-F238E27FC236}">
                <a16:creationId xmlns:a16="http://schemas.microsoft.com/office/drawing/2014/main" id="{74BFC942-5AB6-49E4-B5B1-5C0B53BE523C}"/>
              </a:ext>
            </a:extLst>
          </p:cNvPr>
          <p:cNvCxnSpPr>
            <a:cxnSpLocks/>
            <a:stCxn id="183" idx="2"/>
            <a:endCxn id="156" idx="0"/>
          </p:cNvCxnSpPr>
          <p:nvPr/>
        </p:nvCxnSpPr>
        <p:spPr>
          <a:xfrm>
            <a:off x="6725317" y="2201783"/>
            <a:ext cx="0" cy="258751"/>
          </a:xfrm>
          <a:prstGeom prst="straightConnector1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Verbinder: gewinkelt 187">
            <a:extLst>
              <a:ext uri="{FF2B5EF4-FFF2-40B4-BE49-F238E27FC236}">
                <a16:creationId xmlns:a16="http://schemas.microsoft.com/office/drawing/2014/main" id="{8C2A1492-AB66-4C2E-BD6F-A854B2E9E5CB}"/>
              </a:ext>
            </a:extLst>
          </p:cNvPr>
          <p:cNvCxnSpPr>
            <a:cxnSpLocks/>
            <a:stCxn id="103" idx="6"/>
            <a:endCxn id="183" idx="0"/>
          </p:cNvCxnSpPr>
          <p:nvPr/>
        </p:nvCxnSpPr>
        <p:spPr>
          <a:xfrm>
            <a:off x="893243" y="1334826"/>
            <a:ext cx="5832074" cy="363719"/>
          </a:xfrm>
          <a:prstGeom prst="bentConnector2">
            <a:avLst/>
          </a:prstGeom>
          <a:ln w="19050">
            <a:solidFill>
              <a:srgbClr val="95A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2273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e984f140-5fb4-4ebd-91a7-c1658553d5c5"/>
</p:tagLst>
</file>

<file path=ppt/theme/theme1.xml><?xml version="1.0" encoding="utf-8"?>
<a:theme xmlns:a="http://schemas.openxmlformats.org/drawingml/2006/main" name="FAPS PPT2022">
  <a:themeElements>
    <a:clrScheme name="FAPS Color 2022">
      <a:dk1>
        <a:srgbClr val="000000"/>
      </a:dk1>
      <a:lt1>
        <a:srgbClr val="FFFFFF"/>
      </a:lt1>
      <a:dk2>
        <a:srgbClr val="6A8A22"/>
      </a:dk2>
      <a:lt2>
        <a:srgbClr val="97C139"/>
      </a:lt2>
      <a:accent1>
        <a:srgbClr val="C5DE89"/>
      </a:accent1>
      <a:accent2>
        <a:srgbClr val="61C086"/>
      </a:accent2>
      <a:accent3>
        <a:srgbClr val="779FB5"/>
      </a:accent3>
      <a:accent4>
        <a:srgbClr val="6C8CC7"/>
      </a:accent4>
      <a:accent5>
        <a:srgbClr val="95A2AB"/>
      </a:accent5>
      <a:accent6>
        <a:srgbClr val="D1D9DE"/>
      </a:accent6>
      <a:hlink>
        <a:srgbClr val="97C139"/>
      </a:hlink>
      <a:folHlink>
        <a:srgbClr val="6A8A22"/>
      </a:folHlink>
    </a:clrScheme>
    <a:fontScheme name="FAPS fonts 201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5DE89"/>
        </a:solidFill>
        <a:ln>
          <a:noFill/>
        </a:ln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95A2A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buClr>
            <a:srgbClr val="97C139"/>
          </a:buClr>
          <a:defRPr dirty="0" err="1" smtClean="0"/>
        </a:defPPr>
      </a:lstStyle>
    </a:txDef>
  </a:objectDefaults>
  <a:extraClrSchemeLst/>
  <a:custClrLst>
    <a:custClr name="Hausfarbe FAPS-Grün">
      <a:srgbClr val="97C139"/>
    </a:custClr>
    <a:custClr name="Hausfarbe Grün">
      <a:srgbClr val="658D67"/>
    </a:custClr>
    <a:custClr name="Hausfarbe Türkis">
      <a:srgbClr val="34677D"/>
    </a:custClr>
    <a:custClr name="FAU-Blau">
      <a:srgbClr val="04316A"/>
    </a:custClr>
    <a:custClr name="Leer">
      <a:srgbClr val="FFFFFF"/>
    </a:custClr>
    <a:custClr name="Leer">
      <a:srgbClr val="FFFFFF"/>
    </a:custClr>
    <a:custClr name="Leer">
      <a:srgbClr val="FFFFFF"/>
    </a:custClr>
    <a:custClr name="Gelb">
      <a:srgbClr val="FFCB00"/>
    </a:custClr>
    <a:custClr name="Orange">
      <a:srgbClr val="F5821F"/>
    </a:custClr>
    <a:custClr name="Rot">
      <a:srgbClr val="DC1E26"/>
    </a:custClr>
    <a:custClr name="FAPS-Grün dunkel">
      <a:srgbClr val="6A8A22"/>
    </a:custClr>
    <a:custClr name="Grün dunkel">
      <a:srgbClr val="3F5F44"/>
    </a:custClr>
    <a:custClr name="Türkis dunkel">
      <a:srgbClr val="004359"/>
    </a:custClr>
    <a:custClr name="FAU-Blau dunkel">
      <a:srgbClr val="041E42"/>
    </a:custClr>
    <a:custClr name="Leer">
      <a:srgbClr val="FFFFFF"/>
    </a:custClr>
    <a:custClr name="Leer">
      <a:srgbClr val="FFFFFF"/>
    </a:custClr>
    <a:custClr name="Leer">
      <a:srgbClr val="FFFFFF"/>
    </a:custClr>
    <a:custClr name="Grau 1">
      <a:srgbClr val="95A2AB"/>
    </a:custClr>
    <a:custClr name="Grau 2">
      <a:srgbClr val="B0BCC4"/>
    </a:custClr>
    <a:custClr name="Grau 3">
      <a:srgbClr val="D1D9DE"/>
    </a:custClr>
    <a:custClr name="FAPS-Grün hell">
      <a:srgbClr val="C5DE89"/>
    </a:custClr>
    <a:custClr name="Grün hell">
      <a:srgbClr val="61C086"/>
    </a:custClr>
    <a:custClr name="TF Metallic">
      <a:srgbClr val="779FB5"/>
    </a:custClr>
    <a:custClr name="FAU-Blau hell">
      <a:srgbClr val="6C8CC7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</a:custClrLst>
  <a:extLst>
    <a:ext uri="{05A4C25C-085E-4340-85A3-A5531E510DB2}">
      <thm15:themeFamily xmlns:thm15="http://schemas.microsoft.com/office/thememl/2012/main" name="blank.potx" id="{720754B2-DF66-42F2-959A-BA51D9482042}" vid="{8800025A-0D59-4170-BD1C-8F5B36C530E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59</Words>
  <Application>Microsoft Office PowerPoint</Application>
  <PresentationFormat>Breitbild</PresentationFormat>
  <Paragraphs>17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Symbol</vt:lpstr>
      <vt:lpstr>Wingdings</vt:lpstr>
      <vt:lpstr>FAPS PPT2022</vt:lpstr>
      <vt:lpstr>The gesture recognition as well as the learning process  are parts of the information flow of the system.</vt:lpstr>
    </vt:vector>
  </TitlesOfParts>
  <Manager>Simon.Froehlig@faps.fau.de;michael.masuch@faps.fau.de</Manager>
  <Company>FAPS / E|Drive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>E|Drive</dc:subject>
  <dc:creator>Hartmann, Jakob</dc:creator>
  <cp:lastModifiedBy>Hartmann, Jakob</cp:lastModifiedBy>
  <cp:revision>25</cp:revision>
  <dcterms:created xsi:type="dcterms:W3CDTF">2024-11-11T07:05:38Z</dcterms:created>
  <dcterms:modified xsi:type="dcterms:W3CDTF">2024-11-11T07:49:04Z</dcterms:modified>
</cp:coreProperties>
</file>